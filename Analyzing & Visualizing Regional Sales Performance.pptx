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1"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Anton" panose="020F0502020204030204" pitchFamily="2" charset="0"/>
      <p:regular r:id="rId15"/>
    </p:embeddedFont>
    <p:embeddedFont>
      <p:font typeface="Lexend" panose="020B0604020202020204" charset="0"/>
      <p:regular r:id="rId16"/>
      <p:bold r:id="rId17"/>
    </p:embeddedFont>
    <p:embeddedFont>
      <p:font typeface="Lexend Black" panose="020B0604020202020204" charset="0"/>
      <p:bold r:id="rId18"/>
    </p:embeddedFont>
    <p:embeddedFont>
      <p:font typeface="Manrope" panose="020B0604020202020204" charset="0"/>
      <p:regular r:id="rId19"/>
      <p:bold r:id="rId20"/>
    </p:embeddedFont>
    <p:embeddedFont>
      <p:font typeface="Manrope ExtraBold" panose="020B0604020202020204" charset="0"/>
      <p:bold r:id="rId21"/>
    </p:embeddedFont>
    <p:embeddedFont>
      <p:font typeface="Manrope Light" panose="020B0604020202020204" charset="0"/>
      <p:regular r:id="rId22"/>
      <p:bold r:id="rId23"/>
    </p:embeddedFont>
    <p:embeddedFont>
      <p:font typeface="Manrope Medium" panose="020B0604020202020204" charset="0"/>
      <p:regular r:id="rId24"/>
      <p:bold r:id="rId25"/>
    </p:embeddedFont>
    <p:embeddedFont>
      <p:font typeface="Manrope SemiBold" panose="020B0604020202020204" charset="0"/>
      <p:regular r:id="rId26"/>
      <p:bold r:id="rId27"/>
    </p:embeddedFont>
    <p:embeddedFont>
      <p:font typeface="Oswald Medium" panose="00000600000000000000" pitchFamily="2"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206" autoAdjust="0"/>
  </p:normalViewPr>
  <p:slideViewPr>
    <p:cSldViewPr snapToGrid="0">
      <p:cViewPr varScale="1">
        <p:scale>
          <a:sx n="94" d="100"/>
          <a:sy n="94" d="100"/>
        </p:scale>
        <p:origin x="696" y="6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geetha.gunasekar@gmail.com" userId="3f4080925032afb1" providerId="LiveId" clId="{4DE7E215-4C3B-484B-9774-0665ED3DF683}"/>
    <pc:docChg chg="modSld">
      <pc:chgData name="sangeetha.gunasekar@gmail.com" userId="3f4080925032afb1" providerId="LiveId" clId="{4DE7E215-4C3B-484B-9774-0665ED3DF683}" dt="2025-12-30T05:58:06.673" v="40" actId="20577"/>
      <pc:docMkLst>
        <pc:docMk/>
      </pc:docMkLst>
      <pc:sldChg chg="modSp mod">
        <pc:chgData name="sangeetha.gunasekar@gmail.com" userId="3f4080925032afb1" providerId="LiveId" clId="{4DE7E215-4C3B-484B-9774-0665ED3DF683}" dt="2025-12-30T05:30:36.566" v="31" actId="20577"/>
        <pc:sldMkLst>
          <pc:docMk/>
          <pc:sldMk cId="0" sldId="258"/>
        </pc:sldMkLst>
        <pc:spChg chg="mod">
          <ac:chgData name="sangeetha.gunasekar@gmail.com" userId="3f4080925032afb1" providerId="LiveId" clId="{4DE7E215-4C3B-484B-9774-0665ED3DF683}" dt="2025-12-30T05:30:36.566" v="31" actId="20577"/>
          <ac:spMkLst>
            <pc:docMk/>
            <pc:sldMk cId="0" sldId="258"/>
            <ac:spMk id="1041" creationId="{00000000-0000-0000-0000-000000000000}"/>
          </ac:spMkLst>
        </pc:spChg>
      </pc:sldChg>
      <pc:sldChg chg="modSp mod">
        <pc:chgData name="sangeetha.gunasekar@gmail.com" userId="3f4080925032afb1" providerId="LiveId" clId="{4DE7E215-4C3B-484B-9774-0665ED3DF683}" dt="2025-12-30T05:05:26.133" v="30" actId="1076"/>
        <pc:sldMkLst>
          <pc:docMk/>
          <pc:sldMk cId="0" sldId="261"/>
        </pc:sldMkLst>
        <pc:spChg chg="mod">
          <ac:chgData name="sangeetha.gunasekar@gmail.com" userId="3f4080925032afb1" providerId="LiveId" clId="{4DE7E215-4C3B-484B-9774-0665ED3DF683}" dt="2025-12-30T05:05:11.436" v="29" actId="20577"/>
          <ac:spMkLst>
            <pc:docMk/>
            <pc:sldMk cId="0" sldId="261"/>
            <ac:spMk id="1061" creationId="{00000000-0000-0000-0000-000000000000}"/>
          </ac:spMkLst>
        </pc:spChg>
        <pc:picChg chg="mod">
          <ac:chgData name="sangeetha.gunasekar@gmail.com" userId="3f4080925032afb1" providerId="LiveId" clId="{4DE7E215-4C3B-484B-9774-0665ED3DF683}" dt="2025-12-30T05:05:26.133" v="30" actId="1076"/>
          <ac:picMkLst>
            <pc:docMk/>
            <pc:sldMk cId="0" sldId="261"/>
            <ac:picMk id="1063" creationId="{00000000-0000-0000-0000-000000000000}"/>
          </ac:picMkLst>
        </pc:picChg>
      </pc:sldChg>
      <pc:sldChg chg="modSp mod">
        <pc:chgData name="sangeetha.gunasekar@gmail.com" userId="3f4080925032afb1" providerId="LiveId" clId="{4DE7E215-4C3B-484B-9774-0665ED3DF683}" dt="2025-12-30T05:58:06.673" v="40" actId="20577"/>
        <pc:sldMkLst>
          <pc:docMk/>
          <pc:sldMk cId="0" sldId="265"/>
        </pc:sldMkLst>
        <pc:spChg chg="mod">
          <ac:chgData name="sangeetha.gunasekar@gmail.com" userId="3f4080925032afb1" providerId="LiveId" clId="{4DE7E215-4C3B-484B-9774-0665ED3DF683}" dt="2025-12-30T05:58:06.673" v="40" actId="20577"/>
          <ac:spMkLst>
            <pc:docMk/>
            <pc:sldMk cId="0" sldId="265"/>
            <ac:spMk id="109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3b309cd5d41_0_10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8" name="Google Shape;1018;g3b309cd5d41_0_10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3b309cd5d4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1" name="Google Shape;1031;g3b309cd5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3b309cd5d41_0_10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7" name="Google Shape;1037;g3b309cd5d41_0_10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3b309cd5d41_0_10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5" name="Google Shape;1045;g3b309cd5d41_0_10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3b309cd5d41_0_10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2" name="Google Shape;1052;g3b309cd5d41_0_10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3b309cd5d41_0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9" name="Google Shape;1059;g3b309cd5d41_0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3b36a64618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8" name="Google Shape;1068;g3b36a64618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3b36a64618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6" name="Google Shape;1076;g3b36a64618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3b36a646186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4" name="Google Shape;1084;g3b36a64618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use average sales instead of total sales because total sales would give just one point per group, making the scatter plot meaningless, whereas average sales preserves variation across categories, making patterns and comparisons visible.”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3b36a64618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2" name="Google Shape;1092;g3b36a646186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g3b36a646186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 name="Google Shape;1099;g3b36a646186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3b36a646186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3b36a646186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ITLE">
  <p:cSld name="BLANK_1_1_1_1_1_1">
    <p:spTree>
      <p:nvGrpSpPr>
        <p:cNvPr id="1" name="Shape 8"/>
        <p:cNvGrpSpPr/>
        <p:nvPr/>
      </p:nvGrpSpPr>
      <p:grpSpPr>
        <a:xfrm>
          <a:off x="0" y="0"/>
          <a:ext cx="0" cy="0"/>
          <a:chOff x="0" y="0"/>
          <a:chExt cx="0" cy="0"/>
        </a:xfrm>
      </p:grpSpPr>
      <p:grpSp>
        <p:nvGrpSpPr>
          <p:cNvPr id="9" name="Google Shape;9;p2"/>
          <p:cNvGrpSpPr/>
          <p:nvPr/>
        </p:nvGrpSpPr>
        <p:grpSpPr>
          <a:xfrm>
            <a:off x="-23299" y="-8075"/>
            <a:ext cx="9190577" cy="5150040"/>
            <a:chOff x="11751" y="-6300"/>
            <a:chExt cx="9190577" cy="5150040"/>
          </a:xfrm>
        </p:grpSpPr>
        <p:grpSp>
          <p:nvGrpSpPr>
            <p:cNvPr id="10" name="Google Shape;10;p2"/>
            <p:cNvGrpSpPr/>
            <p:nvPr/>
          </p:nvGrpSpPr>
          <p:grpSpPr>
            <a:xfrm>
              <a:off x="11751" y="-6300"/>
              <a:ext cx="4777902" cy="2703033"/>
              <a:chOff x="11750" y="-6290"/>
              <a:chExt cx="9125100" cy="5162400"/>
            </a:xfrm>
          </p:grpSpPr>
          <p:cxnSp>
            <p:nvCxnSpPr>
              <p:cNvPr id="11" name="Google Shape;11;p2"/>
              <p:cNvCxnSpPr/>
              <p:nvPr/>
            </p:nvCxnSpPr>
            <p:spPr>
              <a:xfrm>
                <a:off x="7055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12" name="Google Shape;12;p2"/>
              <p:cNvCxnSpPr/>
              <p:nvPr/>
            </p:nvCxnSpPr>
            <p:spPr>
              <a:xfrm>
                <a:off x="13993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13" name="Google Shape;13;p2"/>
              <p:cNvCxnSpPr/>
              <p:nvPr/>
            </p:nvCxnSpPr>
            <p:spPr>
              <a:xfrm>
                <a:off x="21049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14" name="Google Shape;14;p2"/>
              <p:cNvCxnSpPr/>
              <p:nvPr/>
            </p:nvCxnSpPr>
            <p:spPr>
              <a:xfrm>
                <a:off x="2813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15" name="Google Shape;15;p2"/>
              <p:cNvCxnSpPr/>
              <p:nvPr/>
            </p:nvCxnSpPr>
            <p:spPr>
              <a:xfrm>
                <a:off x="3507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16" name="Google Shape;16;p2"/>
              <p:cNvCxnSpPr/>
              <p:nvPr/>
            </p:nvCxnSpPr>
            <p:spPr>
              <a:xfrm>
                <a:off x="4212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17" name="Google Shape;17;p2"/>
              <p:cNvCxnSpPr/>
              <p:nvPr/>
            </p:nvCxnSpPr>
            <p:spPr>
              <a:xfrm>
                <a:off x="49214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18" name="Google Shape;18;p2"/>
              <p:cNvCxnSpPr/>
              <p:nvPr/>
            </p:nvCxnSpPr>
            <p:spPr>
              <a:xfrm>
                <a:off x="56152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19" name="Google Shape;19;p2"/>
              <p:cNvCxnSpPr/>
              <p:nvPr/>
            </p:nvCxnSpPr>
            <p:spPr>
              <a:xfrm>
                <a:off x="63207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20" name="Google Shape;20;p2"/>
              <p:cNvCxnSpPr/>
              <p:nvPr/>
            </p:nvCxnSpPr>
            <p:spPr>
              <a:xfrm>
                <a:off x="7039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21" name="Google Shape;21;p2"/>
              <p:cNvCxnSpPr/>
              <p:nvPr/>
            </p:nvCxnSpPr>
            <p:spPr>
              <a:xfrm>
                <a:off x="7733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22" name="Google Shape;22;p2"/>
              <p:cNvCxnSpPr/>
              <p:nvPr/>
            </p:nvCxnSpPr>
            <p:spPr>
              <a:xfrm>
                <a:off x="8438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23" name="Google Shape;23;p2"/>
              <p:cNvCxnSpPr/>
              <p:nvPr/>
            </p:nvCxnSpPr>
            <p:spPr>
              <a:xfrm>
                <a:off x="11750" y="482125"/>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24" name="Google Shape;24;p2"/>
              <p:cNvCxnSpPr/>
              <p:nvPr/>
            </p:nvCxnSpPr>
            <p:spPr>
              <a:xfrm>
                <a:off x="11750" y="935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25" name="Google Shape;25;p2"/>
              <p:cNvCxnSpPr/>
              <p:nvPr/>
            </p:nvCxnSpPr>
            <p:spPr>
              <a:xfrm>
                <a:off x="11750" y="14028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26" name="Google Shape;26;p2"/>
              <p:cNvCxnSpPr/>
              <p:nvPr/>
            </p:nvCxnSpPr>
            <p:spPr>
              <a:xfrm>
                <a:off x="11750" y="1870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27" name="Google Shape;27;p2"/>
              <p:cNvCxnSpPr/>
              <p:nvPr/>
            </p:nvCxnSpPr>
            <p:spPr>
              <a:xfrm>
                <a:off x="11750" y="23380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28" name="Google Shape;28;p2"/>
              <p:cNvCxnSpPr/>
              <p:nvPr/>
            </p:nvCxnSpPr>
            <p:spPr>
              <a:xfrm>
                <a:off x="11750" y="28056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29" name="Google Shape;29;p2"/>
              <p:cNvCxnSpPr/>
              <p:nvPr/>
            </p:nvCxnSpPr>
            <p:spPr>
              <a:xfrm>
                <a:off x="11750" y="3273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0" name="Google Shape;30;p2"/>
              <p:cNvCxnSpPr/>
              <p:nvPr/>
            </p:nvCxnSpPr>
            <p:spPr>
              <a:xfrm>
                <a:off x="11750" y="374795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1" name="Google Shape;31;p2"/>
              <p:cNvCxnSpPr/>
              <p:nvPr/>
            </p:nvCxnSpPr>
            <p:spPr>
              <a:xfrm>
                <a:off x="11750" y="4208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2" name="Google Shape;32;p2"/>
              <p:cNvCxnSpPr/>
              <p:nvPr/>
            </p:nvCxnSpPr>
            <p:spPr>
              <a:xfrm>
                <a:off x="11750" y="4668850"/>
                <a:ext cx="9125100" cy="0"/>
              </a:xfrm>
              <a:prstGeom prst="straightConnector1">
                <a:avLst/>
              </a:prstGeom>
              <a:noFill/>
              <a:ln w="9525" cap="flat" cmpd="sng">
                <a:solidFill>
                  <a:schemeClr val="accent5"/>
                </a:solidFill>
                <a:prstDash val="solid"/>
                <a:round/>
                <a:headEnd type="none" w="sm" len="sm"/>
                <a:tailEnd type="none" w="sm" len="sm"/>
              </a:ln>
            </p:spPr>
          </p:cxnSp>
        </p:grpSp>
        <p:grpSp>
          <p:nvGrpSpPr>
            <p:cNvPr id="33" name="Google Shape;33;p2"/>
            <p:cNvGrpSpPr/>
            <p:nvPr/>
          </p:nvGrpSpPr>
          <p:grpSpPr>
            <a:xfrm>
              <a:off x="11751" y="2440707"/>
              <a:ext cx="4777902" cy="2703033"/>
              <a:chOff x="11750" y="-6290"/>
              <a:chExt cx="9125100" cy="5162400"/>
            </a:xfrm>
          </p:grpSpPr>
          <p:cxnSp>
            <p:nvCxnSpPr>
              <p:cNvPr id="34" name="Google Shape;34;p2"/>
              <p:cNvCxnSpPr/>
              <p:nvPr/>
            </p:nvCxnSpPr>
            <p:spPr>
              <a:xfrm>
                <a:off x="7055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5" name="Google Shape;35;p2"/>
              <p:cNvCxnSpPr/>
              <p:nvPr/>
            </p:nvCxnSpPr>
            <p:spPr>
              <a:xfrm>
                <a:off x="13993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6" name="Google Shape;36;p2"/>
              <p:cNvCxnSpPr/>
              <p:nvPr/>
            </p:nvCxnSpPr>
            <p:spPr>
              <a:xfrm>
                <a:off x="21049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7" name="Google Shape;37;p2"/>
              <p:cNvCxnSpPr/>
              <p:nvPr/>
            </p:nvCxnSpPr>
            <p:spPr>
              <a:xfrm>
                <a:off x="2813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8" name="Google Shape;38;p2"/>
              <p:cNvCxnSpPr/>
              <p:nvPr/>
            </p:nvCxnSpPr>
            <p:spPr>
              <a:xfrm>
                <a:off x="3507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9" name="Google Shape;39;p2"/>
              <p:cNvCxnSpPr/>
              <p:nvPr/>
            </p:nvCxnSpPr>
            <p:spPr>
              <a:xfrm>
                <a:off x="4212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40" name="Google Shape;40;p2"/>
              <p:cNvCxnSpPr/>
              <p:nvPr/>
            </p:nvCxnSpPr>
            <p:spPr>
              <a:xfrm>
                <a:off x="49214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41" name="Google Shape;41;p2"/>
              <p:cNvCxnSpPr/>
              <p:nvPr/>
            </p:nvCxnSpPr>
            <p:spPr>
              <a:xfrm>
                <a:off x="56152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42" name="Google Shape;42;p2"/>
              <p:cNvCxnSpPr/>
              <p:nvPr/>
            </p:nvCxnSpPr>
            <p:spPr>
              <a:xfrm>
                <a:off x="63207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43" name="Google Shape;43;p2"/>
              <p:cNvCxnSpPr/>
              <p:nvPr/>
            </p:nvCxnSpPr>
            <p:spPr>
              <a:xfrm>
                <a:off x="7039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44" name="Google Shape;44;p2"/>
              <p:cNvCxnSpPr/>
              <p:nvPr/>
            </p:nvCxnSpPr>
            <p:spPr>
              <a:xfrm>
                <a:off x="7733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45" name="Google Shape;45;p2"/>
              <p:cNvCxnSpPr/>
              <p:nvPr/>
            </p:nvCxnSpPr>
            <p:spPr>
              <a:xfrm>
                <a:off x="8438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46" name="Google Shape;46;p2"/>
              <p:cNvCxnSpPr/>
              <p:nvPr/>
            </p:nvCxnSpPr>
            <p:spPr>
              <a:xfrm>
                <a:off x="11750" y="482125"/>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47" name="Google Shape;47;p2"/>
              <p:cNvCxnSpPr/>
              <p:nvPr/>
            </p:nvCxnSpPr>
            <p:spPr>
              <a:xfrm>
                <a:off x="11750" y="935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48" name="Google Shape;48;p2"/>
              <p:cNvCxnSpPr/>
              <p:nvPr/>
            </p:nvCxnSpPr>
            <p:spPr>
              <a:xfrm>
                <a:off x="11750" y="14028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49" name="Google Shape;49;p2"/>
              <p:cNvCxnSpPr/>
              <p:nvPr/>
            </p:nvCxnSpPr>
            <p:spPr>
              <a:xfrm>
                <a:off x="11750" y="1870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0" name="Google Shape;50;p2"/>
              <p:cNvCxnSpPr/>
              <p:nvPr/>
            </p:nvCxnSpPr>
            <p:spPr>
              <a:xfrm>
                <a:off x="11750" y="23380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1" name="Google Shape;51;p2"/>
              <p:cNvCxnSpPr/>
              <p:nvPr/>
            </p:nvCxnSpPr>
            <p:spPr>
              <a:xfrm>
                <a:off x="11750" y="28056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2" name="Google Shape;52;p2"/>
              <p:cNvCxnSpPr/>
              <p:nvPr/>
            </p:nvCxnSpPr>
            <p:spPr>
              <a:xfrm>
                <a:off x="11750" y="3273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3" name="Google Shape;53;p2"/>
              <p:cNvCxnSpPr/>
              <p:nvPr/>
            </p:nvCxnSpPr>
            <p:spPr>
              <a:xfrm>
                <a:off x="11750" y="374795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4" name="Google Shape;54;p2"/>
              <p:cNvCxnSpPr/>
              <p:nvPr/>
            </p:nvCxnSpPr>
            <p:spPr>
              <a:xfrm>
                <a:off x="11750" y="4208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5" name="Google Shape;55;p2"/>
              <p:cNvCxnSpPr/>
              <p:nvPr/>
            </p:nvCxnSpPr>
            <p:spPr>
              <a:xfrm>
                <a:off x="11750" y="4668850"/>
                <a:ext cx="9125100" cy="0"/>
              </a:xfrm>
              <a:prstGeom prst="straightConnector1">
                <a:avLst/>
              </a:prstGeom>
              <a:noFill/>
              <a:ln w="9525" cap="flat" cmpd="sng">
                <a:solidFill>
                  <a:schemeClr val="accent5"/>
                </a:solidFill>
                <a:prstDash val="solid"/>
                <a:round/>
                <a:headEnd type="none" w="sm" len="sm"/>
                <a:tailEnd type="none" w="sm" len="sm"/>
              </a:ln>
            </p:spPr>
          </p:cxnSp>
        </p:grpSp>
        <p:grpSp>
          <p:nvGrpSpPr>
            <p:cNvPr id="56" name="Google Shape;56;p2"/>
            <p:cNvGrpSpPr/>
            <p:nvPr/>
          </p:nvGrpSpPr>
          <p:grpSpPr>
            <a:xfrm>
              <a:off x="4424426" y="-6300"/>
              <a:ext cx="4777902" cy="2703033"/>
              <a:chOff x="11750" y="-6290"/>
              <a:chExt cx="9125100" cy="5162400"/>
            </a:xfrm>
          </p:grpSpPr>
          <p:cxnSp>
            <p:nvCxnSpPr>
              <p:cNvPr id="57" name="Google Shape;57;p2"/>
              <p:cNvCxnSpPr/>
              <p:nvPr/>
            </p:nvCxnSpPr>
            <p:spPr>
              <a:xfrm>
                <a:off x="7055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8" name="Google Shape;58;p2"/>
              <p:cNvCxnSpPr/>
              <p:nvPr/>
            </p:nvCxnSpPr>
            <p:spPr>
              <a:xfrm>
                <a:off x="13993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9" name="Google Shape;59;p2"/>
              <p:cNvCxnSpPr/>
              <p:nvPr/>
            </p:nvCxnSpPr>
            <p:spPr>
              <a:xfrm>
                <a:off x="21049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60" name="Google Shape;60;p2"/>
              <p:cNvCxnSpPr/>
              <p:nvPr/>
            </p:nvCxnSpPr>
            <p:spPr>
              <a:xfrm>
                <a:off x="2813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61" name="Google Shape;61;p2"/>
              <p:cNvCxnSpPr/>
              <p:nvPr/>
            </p:nvCxnSpPr>
            <p:spPr>
              <a:xfrm>
                <a:off x="3507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62" name="Google Shape;62;p2"/>
              <p:cNvCxnSpPr/>
              <p:nvPr/>
            </p:nvCxnSpPr>
            <p:spPr>
              <a:xfrm>
                <a:off x="4212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63" name="Google Shape;63;p2"/>
              <p:cNvCxnSpPr/>
              <p:nvPr/>
            </p:nvCxnSpPr>
            <p:spPr>
              <a:xfrm>
                <a:off x="49214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64" name="Google Shape;64;p2"/>
              <p:cNvCxnSpPr/>
              <p:nvPr/>
            </p:nvCxnSpPr>
            <p:spPr>
              <a:xfrm>
                <a:off x="56152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65" name="Google Shape;65;p2"/>
              <p:cNvCxnSpPr/>
              <p:nvPr/>
            </p:nvCxnSpPr>
            <p:spPr>
              <a:xfrm>
                <a:off x="63207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66" name="Google Shape;66;p2"/>
              <p:cNvCxnSpPr/>
              <p:nvPr/>
            </p:nvCxnSpPr>
            <p:spPr>
              <a:xfrm>
                <a:off x="7039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67" name="Google Shape;67;p2"/>
              <p:cNvCxnSpPr/>
              <p:nvPr/>
            </p:nvCxnSpPr>
            <p:spPr>
              <a:xfrm>
                <a:off x="7733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68" name="Google Shape;68;p2"/>
              <p:cNvCxnSpPr/>
              <p:nvPr/>
            </p:nvCxnSpPr>
            <p:spPr>
              <a:xfrm>
                <a:off x="8438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69" name="Google Shape;69;p2"/>
              <p:cNvCxnSpPr/>
              <p:nvPr/>
            </p:nvCxnSpPr>
            <p:spPr>
              <a:xfrm>
                <a:off x="11750" y="482125"/>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70" name="Google Shape;70;p2"/>
              <p:cNvCxnSpPr/>
              <p:nvPr/>
            </p:nvCxnSpPr>
            <p:spPr>
              <a:xfrm>
                <a:off x="11750" y="935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71" name="Google Shape;71;p2"/>
              <p:cNvCxnSpPr/>
              <p:nvPr/>
            </p:nvCxnSpPr>
            <p:spPr>
              <a:xfrm>
                <a:off x="11750" y="14028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72" name="Google Shape;72;p2"/>
              <p:cNvCxnSpPr/>
              <p:nvPr/>
            </p:nvCxnSpPr>
            <p:spPr>
              <a:xfrm>
                <a:off x="11750" y="1870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73" name="Google Shape;73;p2"/>
              <p:cNvCxnSpPr/>
              <p:nvPr/>
            </p:nvCxnSpPr>
            <p:spPr>
              <a:xfrm>
                <a:off x="11750" y="23380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74" name="Google Shape;74;p2"/>
              <p:cNvCxnSpPr/>
              <p:nvPr/>
            </p:nvCxnSpPr>
            <p:spPr>
              <a:xfrm>
                <a:off x="11750" y="28056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75" name="Google Shape;75;p2"/>
              <p:cNvCxnSpPr/>
              <p:nvPr/>
            </p:nvCxnSpPr>
            <p:spPr>
              <a:xfrm>
                <a:off x="11750" y="3273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76" name="Google Shape;76;p2"/>
              <p:cNvCxnSpPr/>
              <p:nvPr/>
            </p:nvCxnSpPr>
            <p:spPr>
              <a:xfrm>
                <a:off x="11750" y="374795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77" name="Google Shape;77;p2"/>
              <p:cNvCxnSpPr/>
              <p:nvPr/>
            </p:nvCxnSpPr>
            <p:spPr>
              <a:xfrm>
                <a:off x="11750" y="4208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78" name="Google Shape;78;p2"/>
              <p:cNvCxnSpPr/>
              <p:nvPr/>
            </p:nvCxnSpPr>
            <p:spPr>
              <a:xfrm>
                <a:off x="11750" y="4668850"/>
                <a:ext cx="9125100" cy="0"/>
              </a:xfrm>
              <a:prstGeom prst="straightConnector1">
                <a:avLst/>
              </a:prstGeom>
              <a:noFill/>
              <a:ln w="9525" cap="flat" cmpd="sng">
                <a:solidFill>
                  <a:schemeClr val="accent5"/>
                </a:solidFill>
                <a:prstDash val="solid"/>
                <a:round/>
                <a:headEnd type="none" w="sm" len="sm"/>
                <a:tailEnd type="none" w="sm" len="sm"/>
              </a:ln>
            </p:spPr>
          </p:cxnSp>
        </p:grpSp>
        <p:grpSp>
          <p:nvGrpSpPr>
            <p:cNvPr id="79" name="Google Shape;79;p2"/>
            <p:cNvGrpSpPr/>
            <p:nvPr/>
          </p:nvGrpSpPr>
          <p:grpSpPr>
            <a:xfrm>
              <a:off x="4424426" y="2440707"/>
              <a:ext cx="4777902" cy="2703033"/>
              <a:chOff x="11750" y="-6290"/>
              <a:chExt cx="9125100" cy="5162400"/>
            </a:xfrm>
          </p:grpSpPr>
          <p:cxnSp>
            <p:nvCxnSpPr>
              <p:cNvPr id="80" name="Google Shape;80;p2"/>
              <p:cNvCxnSpPr/>
              <p:nvPr/>
            </p:nvCxnSpPr>
            <p:spPr>
              <a:xfrm>
                <a:off x="7055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81" name="Google Shape;81;p2"/>
              <p:cNvCxnSpPr/>
              <p:nvPr/>
            </p:nvCxnSpPr>
            <p:spPr>
              <a:xfrm>
                <a:off x="13993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82" name="Google Shape;82;p2"/>
              <p:cNvCxnSpPr/>
              <p:nvPr/>
            </p:nvCxnSpPr>
            <p:spPr>
              <a:xfrm>
                <a:off x="21049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83" name="Google Shape;83;p2"/>
              <p:cNvCxnSpPr/>
              <p:nvPr/>
            </p:nvCxnSpPr>
            <p:spPr>
              <a:xfrm>
                <a:off x="2813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84" name="Google Shape;84;p2"/>
              <p:cNvCxnSpPr/>
              <p:nvPr/>
            </p:nvCxnSpPr>
            <p:spPr>
              <a:xfrm>
                <a:off x="3507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85" name="Google Shape;85;p2"/>
              <p:cNvCxnSpPr/>
              <p:nvPr/>
            </p:nvCxnSpPr>
            <p:spPr>
              <a:xfrm>
                <a:off x="4212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86" name="Google Shape;86;p2"/>
              <p:cNvCxnSpPr/>
              <p:nvPr/>
            </p:nvCxnSpPr>
            <p:spPr>
              <a:xfrm>
                <a:off x="49214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87" name="Google Shape;87;p2"/>
              <p:cNvCxnSpPr/>
              <p:nvPr/>
            </p:nvCxnSpPr>
            <p:spPr>
              <a:xfrm>
                <a:off x="56152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88" name="Google Shape;88;p2"/>
              <p:cNvCxnSpPr/>
              <p:nvPr/>
            </p:nvCxnSpPr>
            <p:spPr>
              <a:xfrm>
                <a:off x="63207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89" name="Google Shape;89;p2"/>
              <p:cNvCxnSpPr/>
              <p:nvPr/>
            </p:nvCxnSpPr>
            <p:spPr>
              <a:xfrm>
                <a:off x="7039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90" name="Google Shape;90;p2"/>
              <p:cNvCxnSpPr/>
              <p:nvPr/>
            </p:nvCxnSpPr>
            <p:spPr>
              <a:xfrm>
                <a:off x="7733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91" name="Google Shape;91;p2"/>
              <p:cNvCxnSpPr/>
              <p:nvPr/>
            </p:nvCxnSpPr>
            <p:spPr>
              <a:xfrm>
                <a:off x="8438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92" name="Google Shape;92;p2"/>
              <p:cNvCxnSpPr/>
              <p:nvPr/>
            </p:nvCxnSpPr>
            <p:spPr>
              <a:xfrm>
                <a:off x="11750" y="482125"/>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93" name="Google Shape;93;p2"/>
              <p:cNvCxnSpPr/>
              <p:nvPr/>
            </p:nvCxnSpPr>
            <p:spPr>
              <a:xfrm>
                <a:off x="11750" y="935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94" name="Google Shape;94;p2"/>
              <p:cNvCxnSpPr/>
              <p:nvPr/>
            </p:nvCxnSpPr>
            <p:spPr>
              <a:xfrm>
                <a:off x="11750" y="14028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95" name="Google Shape;95;p2"/>
              <p:cNvCxnSpPr/>
              <p:nvPr/>
            </p:nvCxnSpPr>
            <p:spPr>
              <a:xfrm>
                <a:off x="11750" y="1870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96" name="Google Shape;96;p2"/>
              <p:cNvCxnSpPr/>
              <p:nvPr/>
            </p:nvCxnSpPr>
            <p:spPr>
              <a:xfrm>
                <a:off x="11750" y="23380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97" name="Google Shape;97;p2"/>
              <p:cNvCxnSpPr/>
              <p:nvPr/>
            </p:nvCxnSpPr>
            <p:spPr>
              <a:xfrm>
                <a:off x="11750" y="28056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98" name="Google Shape;98;p2"/>
              <p:cNvCxnSpPr/>
              <p:nvPr/>
            </p:nvCxnSpPr>
            <p:spPr>
              <a:xfrm>
                <a:off x="11750" y="3273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99" name="Google Shape;99;p2"/>
              <p:cNvCxnSpPr/>
              <p:nvPr/>
            </p:nvCxnSpPr>
            <p:spPr>
              <a:xfrm>
                <a:off x="11750" y="374795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100" name="Google Shape;100;p2"/>
              <p:cNvCxnSpPr/>
              <p:nvPr/>
            </p:nvCxnSpPr>
            <p:spPr>
              <a:xfrm>
                <a:off x="11750" y="4208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101" name="Google Shape;101;p2"/>
              <p:cNvCxnSpPr/>
              <p:nvPr/>
            </p:nvCxnSpPr>
            <p:spPr>
              <a:xfrm>
                <a:off x="11750" y="4668850"/>
                <a:ext cx="9125100" cy="0"/>
              </a:xfrm>
              <a:prstGeom prst="straightConnector1">
                <a:avLst/>
              </a:prstGeom>
              <a:noFill/>
              <a:ln w="9525" cap="flat" cmpd="sng">
                <a:solidFill>
                  <a:schemeClr val="accent5"/>
                </a:solidFill>
                <a:prstDash val="solid"/>
                <a:round/>
                <a:headEnd type="none" w="sm" len="sm"/>
                <a:tailEnd type="none" w="sm" len="sm"/>
              </a:ln>
            </p:spPr>
          </p:cxnSp>
        </p:grpSp>
      </p:grpSp>
      <p:sp>
        <p:nvSpPr>
          <p:cNvPr id="102" name="Google Shape;102;p2"/>
          <p:cNvSpPr txBox="1">
            <a:spLocks noGrp="1"/>
          </p:cNvSpPr>
          <p:nvPr>
            <p:ph type="title"/>
          </p:nvPr>
        </p:nvSpPr>
        <p:spPr>
          <a:xfrm>
            <a:off x="1081850" y="1719900"/>
            <a:ext cx="6984900" cy="16941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Font typeface="Anton"/>
              <a:buNone/>
              <a:defRPr sz="6000"/>
            </a:lvl1pPr>
            <a:lvl2pPr lvl="1" algn="ctr">
              <a:lnSpc>
                <a:spcPct val="80000"/>
              </a:lnSpc>
              <a:spcBef>
                <a:spcPts val="0"/>
              </a:spcBef>
              <a:spcAft>
                <a:spcPts val="0"/>
              </a:spcAft>
              <a:buSzPts val="1400"/>
              <a:buNone/>
              <a:defRPr/>
            </a:lvl2pPr>
            <a:lvl3pPr lvl="2" algn="ctr">
              <a:lnSpc>
                <a:spcPct val="80000"/>
              </a:lnSpc>
              <a:spcBef>
                <a:spcPts val="0"/>
              </a:spcBef>
              <a:spcAft>
                <a:spcPts val="0"/>
              </a:spcAft>
              <a:buSzPts val="1400"/>
              <a:buNone/>
              <a:defRPr/>
            </a:lvl3pPr>
            <a:lvl4pPr lvl="3" algn="ctr">
              <a:lnSpc>
                <a:spcPct val="80000"/>
              </a:lnSpc>
              <a:spcBef>
                <a:spcPts val="0"/>
              </a:spcBef>
              <a:spcAft>
                <a:spcPts val="0"/>
              </a:spcAft>
              <a:buSzPts val="1400"/>
              <a:buNone/>
              <a:defRPr/>
            </a:lvl4pPr>
            <a:lvl5pPr lvl="4" algn="ctr">
              <a:lnSpc>
                <a:spcPct val="80000"/>
              </a:lnSpc>
              <a:spcBef>
                <a:spcPts val="0"/>
              </a:spcBef>
              <a:spcAft>
                <a:spcPts val="0"/>
              </a:spcAft>
              <a:buSzPts val="1400"/>
              <a:buNone/>
              <a:defRPr/>
            </a:lvl5pPr>
            <a:lvl6pPr lvl="5" algn="ctr">
              <a:lnSpc>
                <a:spcPct val="80000"/>
              </a:lnSpc>
              <a:spcBef>
                <a:spcPts val="0"/>
              </a:spcBef>
              <a:spcAft>
                <a:spcPts val="0"/>
              </a:spcAft>
              <a:buSzPts val="1400"/>
              <a:buNone/>
              <a:defRPr/>
            </a:lvl6pPr>
            <a:lvl7pPr lvl="6" algn="ctr">
              <a:lnSpc>
                <a:spcPct val="80000"/>
              </a:lnSpc>
              <a:spcBef>
                <a:spcPts val="0"/>
              </a:spcBef>
              <a:spcAft>
                <a:spcPts val="0"/>
              </a:spcAft>
              <a:buSzPts val="1400"/>
              <a:buNone/>
              <a:defRPr/>
            </a:lvl7pPr>
            <a:lvl8pPr lvl="7" algn="ctr">
              <a:lnSpc>
                <a:spcPct val="80000"/>
              </a:lnSpc>
              <a:spcBef>
                <a:spcPts val="0"/>
              </a:spcBef>
              <a:spcAft>
                <a:spcPts val="0"/>
              </a:spcAft>
              <a:buSzPts val="1400"/>
              <a:buNone/>
              <a:defRPr/>
            </a:lvl8pPr>
            <a:lvl9pPr lvl="8" algn="ctr">
              <a:lnSpc>
                <a:spcPct val="80000"/>
              </a:lnSpc>
              <a:spcBef>
                <a:spcPts val="0"/>
              </a:spcBef>
              <a:spcAft>
                <a:spcPts val="0"/>
              </a:spcAft>
              <a:buSzPts val="1400"/>
              <a:buNone/>
              <a:defRPr/>
            </a:lvl9pPr>
          </a:lstStyle>
          <a:p>
            <a:endParaRPr/>
          </a:p>
        </p:txBody>
      </p:sp>
      <p:sp>
        <p:nvSpPr>
          <p:cNvPr id="103" name="Google Shape;103;p2"/>
          <p:cNvSpPr txBox="1">
            <a:spLocks noGrp="1"/>
          </p:cNvSpPr>
          <p:nvPr>
            <p:ph type="title" idx="2"/>
          </p:nvPr>
        </p:nvSpPr>
        <p:spPr>
          <a:xfrm rot="-54379">
            <a:off x="5015453" y="3227438"/>
            <a:ext cx="1517290" cy="301238"/>
          </a:xfrm>
          <a:prstGeom prst="rect">
            <a:avLst/>
          </a:prstGeom>
          <a:solidFill>
            <a:schemeClr val="accent3"/>
          </a:solidFill>
        </p:spPr>
        <p:txBody>
          <a:bodyPr spcFirstLastPara="1" wrap="square" lIns="91425" tIns="91425" rIns="91425" bIns="91425" anchor="ctr" anchorCtr="0">
            <a:spAutoFit/>
          </a:bodyPr>
          <a:lstStyle>
            <a:lvl1pPr lvl="0" algn="ctr">
              <a:spcBef>
                <a:spcPts val="0"/>
              </a:spcBef>
              <a:spcAft>
                <a:spcPts val="0"/>
              </a:spcAft>
              <a:buSzPts val="1000"/>
              <a:buFont typeface="Manrope ExtraBold"/>
              <a:buNone/>
              <a:defRPr sz="1000" b="0">
                <a:latin typeface="Manrope ExtraBold"/>
                <a:ea typeface="Manrope ExtraBold"/>
                <a:cs typeface="Manrope ExtraBold"/>
                <a:sym typeface="Manrope ExtraBold"/>
              </a:defRPr>
            </a:lvl1pPr>
            <a:lvl2pPr lvl="1" algn="ctr">
              <a:spcBef>
                <a:spcPts val="0"/>
              </a:spcBef>
              <a:spcAft>
                <a:spcPts val="0"/>
              </a:spcAft>
              <a:buSzPts val="1300"/>
              <a:buFont typeface="Manrope ExtraBold"/>
              <a:buNone/>
              <a:defRPr sz="1300">
                <a:latin typeface="Manrope ExtraBold"/>
                <a:ea typeface="Manrope ExtraBold"/>
                <a:cs typeface="Manrope ExtraBold"/>
                <a:sym typeface="Manrope ExtraBold"/>
              </a:defRPr>
            </a:lvl2pPr>
            <a:lvl3pPr lvl="2" algn="ctr">
              <a:spcBef>
                <a:spcPts val="0"/>
              </a:spcBef>
              <a:spcAft>
                <a:spcPts val="0"/>
              </a:spcAft>
              <a:buSzPts val="1300"/>
              <a:buFont typeface="Manrope ExtraBold"/>
              <a:buNone/>
              <a:defRPr sz="1300">
                <a:latin typeface="Manrope ExtraBold"/>
                <a:ea typeface="Manrope ExtraBold"/>
                <a:cs typeface="Manrope ExtraBold"/>
                <a:sym typeface="Manrope ExtraBold"/>
              </a:defRPr>
            </a:lvl3pPr>
            <a:lvl4pPr lvl="3" algn="ctr">
              <a:spcBef>
                <a:spcPts val="0"/>
              </a:spcBef>
              <a:spcAft>
                <a:spcPts val="0"/>
              </a:spcAft>
              <a:buSzPts val="1300"/>
              <a:buFont typeface="Manrope ExtraBold"/>
              <a:buNone/>
              <a:defRPr sz="1300">
                <a:latin typeface="Manrope ExtraBold"/>
                <a:ea typeface="Manrope ExtraBold"/>
                <a:cs typeface="Manrope ExtraBold"/>
                <a:sym typeface="Manrope ExtraBold"/>
              </a:defRPr>
            </a:lvl4pPr>
            <a:lvl5pPr lvl="4" algn="ctr">
              <a:spcBef>
                <a:spcPts val="0"/>
              </a:spcBef>
              <a:spcAft>
                <a:spcPts val="0"/>
              </a:spcAft>
              <a:buSzPts val="1300"/>
              <a:buFont typeface="Manrope ExtraBold"/>
              <a:buNone/>
              <a:defRPr sz="1300">
                <a:latin typeface="Manrope ExtraBold"/>
                <a:ea typeface="Manrope ExtraBold"/>
                <a:cs typeface="Manrope ExtraBold"/>
                <a:sym typeface="Manrope ExtraBold"/>
              </a:defRPr>
            </a:lvl5pPr>
            <a:lvl6pPr lvl="5" algn="ctr">
              <a:spcBef>
                <a:spcPts val="0"/>
              </a:spcBef>
              <a:spcAft>
                <a:spcPts val="0"/>
              </a:spcAft>
              <a:buSzPts val="1300"/>
              <a:buFont typeface="Manrope ExtraBold"/>
              <a:buNone/>
              <a:defRPr sz="1300">
                <a:latin typeface="Manrope ExtraBold"/>
                <a:ea typeface="Manrope ExtraBold"/>
                <a:cs typeface="Manrope ExtraBold"/>
                <a:sym typeface="Manrope ExtraBold"/>
              </a:defRPr>
            </a:lvl6pPr>
            <a:lvl7pPr lvl="6" algn="ctr">
              <a:spcBef>
                <a:spcPts val="0"/>
              </a:spcBef>
              <a:spcAft>
                <a:spcPts val="0"/>
              </a:spcAft>
              <a:buSzPts val="1300"/>
              <a:buFont typeface="Manrope ExtraBold"/>
              <a:buNone/>
              <a:defRPr sz="1300">
                <a:latin typeface="Manrope ExtraBold"/>
                <a:ea typeface="Manrope ExtraBold"/>
                <a:cs typeface="Manrope ExtraBold"/>
                <a:sym typeface="Manrope ExtraBold"/>
              </a:defRPr>
            </a:lvl7pPr>
            <a:lvl8pPr lvl="7" algn="ctr">
              <a:spcBef>
                <a:spcPts val="0"/>
              </a:spcBef>
              <a:spcAft>
                <a:spcPts val="0"/>
              </a:spcAft>
              <a:buSzPts val="1300"/>
              <a:buFont typeface="Manrope ExtraBold"/>
              <a:buNone/>
              <a:defRPr sz="1300">
                <a:latin typeface="Manrope ExtraBold"/>
                <a:ea typeface="Manrope ExtraBold"/>
                <a:cs typeface="Manrope ExtraBold"/>
                <a:sym typeface="Manrope ExtraBold"/>
              </a:defRPr>
            </a:lvl8pPr>
            <a:lvl9pPr lvl="8" algn="ctr">
              <a:spcBef>
                <a:spcPts val="0"/>
              </a:spcBef>
              <a:spcAft>
                <a:spcPts val="0"/>
              </a:spcAft>
              <a:buSzPts val="1300"/>
              <a:buFont typeface="Manrope ExtraBold"/>
              <a:buNone/>
              <a:defRPr sz="1300">
                <a:latin typeface="Manrope ExtraBold"/>
                <a:ea typeface="Manrope ExtraBold"/>
                <a:cs typeface="Manrope ExtraBold"/>
                <a:sym typeface="Manrope ExtraBold"/>
              </a:defRPr>
            </a:lvl9pPr>
          </a:lstStyle>
          <a:p>
            <a:endParaRPr/>
          </a:p>
        </p:txBody>
      </p:sp>
      <p:sp>
        <p:nvSpPr>
          <p:cNvPr id="104" name="Google Shape;104;p2"/>
          <p:cNvSpPr txBox="1">
            <a:spLocks noGrp="1"/>
          </p:cNvSpPr>
          <p:nvPr>
            <p:ph type="body" idx="1"/>
          </p:nvPr>
        </p:nvSpPr>
        <p:spPr>
          <a:xfrm>
            <a:off x="2422100" y="4170725"/>
            <a:ext cx="4304400" cy="438300"/>
          </a:xfrm>
          <a:prstGeom prst="rect">
            <a:avLst/>
          </a:prstGeom>
        </p:spPr>
        <p:txBody>
          <a:bodyPr spcFirstLastPara="1" wrap="square" lIns="91425" tIns="91425" rIns="91425" bIns="91425" anchor="ctr" anchorCtr="0">
            <a:noAutofit/>
          </a:bodyPr>
          <a:lstStyle>
            <a:lvl1pPr marL="457200" lvl="0" indent="-292100" algn="ctr">
              <a:spcBef>
                <a:spcPts val="0"/>
              </a:spcBef>
              <a:spcAft>
                <a:spcPts val="0"/>
              </a:spcAft>
              <a:buSzPts val="1000"/>
              <a:buFont typeface="Manrope Light"/>
              <a:buChar char="●"/>
              <a:defRPr sz="1000">
                <a:latin typeface="Manrope Light"/>
                <a:ea typeface="Manrope Light"/>
                <a:cs typeface="Manrope Light"/>
                <a:sym typeface="Manrope Light"/>
              </a:defRPr>
            </a:lvl1pPr>
            <a:lvl2pPr marL="914400" lvl="1" indent="-292100" algn="ctr">
              <a:spcBef>
                <a:spcPts val="800"/>
              </a:spcBef>
              <a:spcAft>
                <a:spcPts val="0"/>
              </a:spcAft>
              <a:buSzPts val="1000"/>
              <a:buFont typeface="Manrope Light"/>
              <a:buChar char="○"/>
              <a:defRPr sz="1000">
                <a:latin typeface="Manrope Light"/>
                <a:ea typeface="Manrope Light"/>
                <a:cs typeface="Manrope Light"/>
                <a:sym typeface="Manrope Light"/>
              </a:defRPr>
            </a:lvl2pPr>
            <a:lvl3pPr marL="1371600" lvl="2" indent="-292100" algn="ctr">
              <a:spcBef>
                <a:spcPts val="800"/>
              </a:spcBef>
              <a:spcAft>
                <a:spcPts val="0"/>
              </a:spcAft>
              <a:buSzPts val="1000"/>
              <a:buFont typeface="Manrope Light"/>
              <a:buChar char="■"/>
              <a:defRPr sz="1000">
                <a:latin typeface="Manrope Light"/>
                <a:ea typeface="Manrope Light"/>
                <a:cs typeface="Manrope Light"/>
                <a:sym typeface="Manrope Light"/>
              </a:defRPr>
            </a:lvl3pPr>
            <a:lvl4pPr marL="1828800" lvl="3" indent="-292100" algn="ctr">
              <a:spcBef>
                <a:spcPts val="800"/>
              </a:spcBef>
              <a:spcAft>
                <a:spcPts val="0"/>
              </a:spcAft>
              <a:buSzPts val="1000"/>
              <a:buFont typeface="Manrope Light"/>
              <a:buChar char="●"/>
              <a:defRPr sz="1000">
                <a:latin typeface="Manrope Light"/>
                <a:ea typeface="Manrope Light"/>
                <a:cs typeface="Manrope Light"/>
                <a:sym typeface="Manrope Light"/>
              </a:defRPr>
            </a:lvl4pPr>
            <a:lvl5pPr marL="2286000" lvl="4" indent="-292100" algn="ctr">
              <a:spcBef>
                <a:spcPts val="800"/>
              </a:spcBef>
              <a:spcAft>
                <a:spcPts val="0"/>
              </a:spcAft>
              <a:buSzPts val="1000"/>
              <a:buFont typeface="Manrope Light"/>
              <a:buChar char="○"/>
              <a:defRPr sz="1000">
                <a:latin typeface="Manrope Light"/>
                <a:ea typeface="Manrope Light"/>
                <a:cs typeface="Manrope Light"/>
                <a:sym typeface="Manrope Light"/>
              </a:defRPr>
            </a:lvl5pPr>
            <a:lvl6pPr marL="2743200" lvl="5" indent="-292100" algn="ctr">
              <a:spcBef>
                <a:spcPts val="800"/>
              </a:spcBef>
              <a:spcAft>
                <a:spcPts val="0"/>
              </a:spcAft>
              <a:buSzPts val="1000"/>
              <a:buFont typeface="Manrope Light"/>
              <a:buChar char="■"/>
              <a:defRPr sz="1000">
                <a:latin typeface="Manrope Light"/>
                <a:ea typeface="Manrope Light"/>
                <a:cs typeface="Manrope Light"/>
                <a:sym typeface="Manrope Light"/>
              </a:defRPr>
            </a:lvl6pPr>
            <a:lvl7pPr marL="3200400" lvl="6" indent="-292100" algn="ctr">
              <a:spcBef>
                <a:spcPts val="800"/>
              </a:spcBef>
              <a:spcAft>
                <a:spcPts val="0"/>
              </a:spcAft>
              <a:buSzPts val="1000"/>
              <a:buFont typeface="Manrope Light"/>
              <a:buChar char="●"/>
              <a:defRPr sz="1000">
                <a:latin typeface="Manrope Light"/>
                <a:ea typeface="Manrope Light"/>
                <a:cs typeface="Manrope Light"/>
                <a:sym typeface="Manrope Light"/>
              </a:defRPr>
            </a:lvl7pPr>
            <a:lvl8pPr marL="3657600" lvl="7" indent="-292100" algn="ctr">
              <a:spcBef>
                <a:spcPts val="800"/>
              </a:spcBef>
              <a:spcAft>
                <a:spcPts val="0"/>
              </a:spcAft>
              <a:buSzPts val="1000"/>
              <a:buFont typeface="Manrope Light"/>
              <a:buChar char="○"/>
              <a:defRPr sz="1000">
                <a:latin typeface="Manrope Light"/>
                <a:ea typeface="Manrope Light"/>
                <a:cs typeface="Manrope Light"/>
                <a:sym typeface="Manrope Light"/>
              </a:defRPr>
            </a:lvl8pPr>
            <a:lvl9pPr marL="4114800" lvl="8" indent="-292100" algn="ctr">
              <a:spcBef>
                <a:spcPts val="800"/>
              </a:spcBef>
              <a:spcAft>
                <a:spcPts val="800"/>
              </a:spcAft>
              <a:buSzPts val="1000"/>
              <a:buFont typeface="Manrope Light"/>
              <a:buChar char="■"/>
              <a:defRPr sz="1000">
                <a:latin typeface="Manrope Light"/>
                <a:ea typeface="Manrope Light"/>
                <a:cs typeface="Manrope Light"/>
                <a:sym typeface="Manrope Light"/>
              </a:defRPr>
            </a:lvl9pPr>
          </a:lstStyle>
          <a:p>
            <a:endParaRPr/>
          </a:p>
        </p:txBody>
      </p:sp>
      <p:sp>
        <p:nvSpPr>
          <p:cNvPr id="105" name="Google Shape;105;p2"/>
          <p:cNvSpPr txBox="1">
            <a:spLocks noGrp="1"/>
          </p:cNvSpPr>
          <p:nvPr>
            <p:ph type="title" idx="3"/>
          </p:nvPr>
        </p:nvSpPr>
        <p:spPr>
          <a:xfrm rot="-555761">
            <a:off x="6594632" y="3130269"/>
            <a:ext cx="1047458" cy="301246"/>
          </a:xfrm>
          <a:prstGeom prst="rect">
            <a:avLst/>
          </a:prstGeom>
          <a:solidFill>
            <a:schemeClr val="lt2"/>
          </a:solidFill>
        </p:spPr>
        <p:txBody>
          <a:bodyPr spcFirstLastPara="1" wrap="square" lIns="91425" tIns="91425" rIns="91425" bIns="91425" anchor="ctr" anchorCtr="0">
            <a:noAutofit/>
          </a:bodyPr>
          <a:lstStyle>
            <a:lvl1pPr lvl="0" algn="ctr">
              <a:spcBef>
                <a:spcPts val="0"/>
              </a:spcBef>
              <a:spcAft>
                <a:spcPts val="0"/>
              </a:spcAft>
              <a:buSzPts val="1000"/>
              <a:buFont typeface="Manrope ExtraBold"/>
              <a:buNone/>
              <a:defRPr sz="1000" b="0">
                <a:latin typeface="Manrope ExtraBold"/>
                <a:ea typeface="Manrope ExtraBold"/>
                <a:cs typeface="Manrope ExtraBold"/>
                <a:sym typeface="Manrope ExtraBold"/>
              </a:defRPr>
            </a:lvl1pPr>
            <a:lvl2pPr lvl="1" algn="ctr">
              <a:spcBef>
                <a:spcPts val="0"/>
              </a:spcBef>
              <a:spcAft>
                <a:spcPts val="0"/>
              </a:spcAft>
              <a:buSzPts val="1300"/>
              <a:buFont typeface="Manrope ExtraBold"/>
              <a:buNone/>
              <a:defRPr sz="1300">
                <a:latin typeface="Manrope ExtraBold"/>
                <a:ea typeface="Manrope ExtraBold"/>
                <a:cs typeface="Manrope ExtraBold"/>
                <a:sym typeface="Manrope ExtraBold"/>
              </a:defRPr>
            </a:lvl2pPr>
            <a:lvl3pPr lvl="2" algn="ctr">
              <a:spcBef>
                <a:spcPts val="0"/>
              </a:spcBef>
              <a:spcAft>
                <a:spcPts val="0"/>
              </a:spcAft>
              <a:buSzPts val="1300"/>
              <a:buFont typeface="Manrope ExtraBold"/>
              <a:buNone/>
              <a:defRPr sz="1300">
                <a:latin typeface="Manrope ExtraBold"/>
                <a:ea typeface="Manrope ExtraBold"/>
                <a:cs typeface="Manrope ExtraBold"/>
                <a:sym typeface="Manrope ExtraBold"/>
              </a:defRPr>
            </a:lvl3pPr>
            <a:lvl4pPr lvl="3" algn="ctr">
              <a:spcBef>
                <a:spcPts val="0"/>
              </a:spcBef>
              <a:spcAft>
                <a:spcPts val="0"/>
              </a:spcAft>
              <a:buSzPts val="1300"/>
              <a:buFont typeface="Manrope ExtraBold"/>
              <a:buNone/>
              <a:defRPr sz="1300">
                <a:latin typeface="Manrope ExtraBold"/>
                <a:ea typeface="Manrope ExtraBold"/>
                <a:cs typeface="Manrope ExtraBold"/>
                <a:sym typeface="Manrope ExtraBold"/>
              </a:defRPr>
            </a:lvl4pPr>
            <a:lvl5pPr lvl="4" algn="ctr">
              <a:spcBef>
                <a:spcPts val="0"/>
              </a:spcBef>
              <a:spcAft>
                <a:spcPts val="0"/>
              </a:spcAft>
              <a:buSzPts val="1300"/>
              <a:buFont typeface="Manrope ExtraBold"/>
              <a:buNone/>
              <a:defRPr sz="1300">
                <a:latin typeface="Manrope ExtraBold"/>
                <a:ea typeface="Manrope ExtraBold"/>
                <a:cs typeface="Manrope ExtraBold"/>
                <a:sym typeface="Manrope ExtraBold"/>
              </a:defRPr>
            </a:lvl5pPr>
            <a:lvl6pPr lvl="5" algn="ctr">
              <a:spcBef>
                <a:spcPts val="0"/>
              </a:spcBef>
              <a:spcAft>
                <a:spcPts val="0"/>
              </a:spcAft>
              <a:buSzPts val="1300"/>
              <a:buFont typeface="Manrope ExtraBold"/>
              <a:buNone/>
              <a:defRPr sz="1300">
                <a:latin typeface="Manrope ExtraBold"/>
                <a:ea typeface="Manrope ExtraBold"/>
                <a:cs typeface="Manrope ExtraBold"/>
                <a:sym typeface="Manrope ExtraBold"/>
              </a:defRPr>
            </a:lvl6pPr>
            <a:lvl7pPr lvl="6" algn="ctr">
              <a:spcBef>
                <a:spcPts val="0"/>
              </a:spcBef>
              <a:spcAft>
                <a:spcPts val="0"/>
              </a:spcAft>
              <a:buSzPts val="1300"/>
              <a:buFont typeface="Manrope ExtraBold"/>
              <a:buNone/>
              <a:defRPr sz="1300">
                <a:latin typeface="Manrope ExtraBold"/>
                <a:ea typeface="Manrope ExtraBold"/>
                <a:cs typeface="Manrope ExtraBold"/>
                <a:sym typeface="Manrope ExtraBold"/>
              </a:defRPr>
            </a:lvl7pPr>
            <a:lvl8pPr lvl="7" algn="ctr">
              <a:spcBef>
                <a:spcPts val="0"/>
              </a:spcBef>
              <a:spcAft>
                <a:spcPts val="0"/>
              </a:spcAft>
              <a:buSzPts val="1300"/>
              <a:buFont typeface="Manrope ExtraBold"/>
              <a:buNone/>
              <a:defRPr sz="1300">
                <a:latin typeface="Manrope ExtraBold"/>
                <a:ea typeface="Manrope ExtraBold"/>
                <a:cs typeface="Manrope ExtraBold"/>
                <a:sym typeface="Manrope ExtraBold"/>
              </a:defRPr>
            </a:lvl8pPr>
            <a:lvl9pPr lvl="8" algn="ctr">
              <a:spcBef>
                <a:spcPts val="0"/>
              </a:spcBef>
              <a:spcAft>
                <a:spcPts val="0"/>
              </a:spcAft>
              <a:buSzPts val="1300"/>
              <a:buFont typeface="Manrope ExtraBold"/>
              <a:buNone/>
              <a:defRPr sz="1300">
                <a:latin typeface="Manrope ExtraBold"/>
                <a:ea typeface="Manrope ExtraBold"/>
                <a:cs typeface="Manrope ExtraBold"/>
                <a:sym typeface="Manrope ExtraBold"/>
              </a:defRPr>
            </a:lvl9pPr>
          </a:lstStyle>
          <a:p>
            <a:endParaRPr/>
          </a:p>
        </p:txBody>
      </p:sp>
      <p:sp>
        <p:nvSpPr>
          <p:cNvPr id="106" name="Google Shape;106;p2"/>
          <p:cNvSpPr txBox="1">
            <a:spLocks noGrp="1"/>
          </p:cNvSpPr>
          <p:nvPr>
            <p:ph type="subTitle" idx="4"/>
          </p:nvPr>
        </p:nvSpPr>
        <p:spPr>
          <a:xfrm rot="-503039">
            <a:off x="2206578" y="1204399"/>
            <a:ext cx="2211838" cy="438184"/>
          </a:xfrm>
          <a:prstGeom prst="rect">
            <a:avLst/>
          </a:prstGeom>
          <a:solidFill>
            <a:schemeClr val="dk2"/>
          </a:solidFill>
        </p:spPr>
        <p:txBody>
          <a:bodyPr spcFirstLastPara="1" wrap="square" lIns="91425" tIns="91425" rIns="91425" bIns="91425" anchor="ctr" anchorCtr="0">
            <a:noAutofit/>
          </a:bodyPr>
          <a:lstStyle>
            <a:lvl1pPr lvl="0" algn="ctr">
              <a:spcBef>
                <a:spcPts val="0"/>
              </a:spcBef>
              <a:spcAft>
                <a:spcPts val="0"/>
              </a:spcAft>
              <a:buSzPts val="1300"/>
              <a:buFont typeface="Manrope"/>
              <a:buNone/>
              <a:defRPr sz="13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1">
  <p:cSld name="BLANK_1">
    <p:bg>
      <p:bgPr>
        <a:solidFill>
          <a:schemeClr val="lt1"/>
        </a:solidFill>
        <a:effectLst/>
      </p:bgPr>
    </p:bg>
    <p:spTree>
      <p:nvGrpSpPr>
        <p:cNvPr id="1" name="Shape 107"/>
        <p:cNvGrpSpPr/>
        <p:nvPr/>
      </p:nvGrpSpPr>
      <p:grpSpPr>
        <a:xfrm>
          <a:off x="0" y="0"/>
          <a:ext cx="0" cy="0"/>
          <a:chOff x="0" y="0"/>
          <a:chExt cx="0" cy="0"/>
        </a:xfrm>
      </p:grpSpPr>
      <p:sp>
        <p:nvSpPr>
          <p:cNvPr id="108" name="Google Shape;108;p3"/>
          <p:cNvSpPr/>
          <p:nvPr/>
        </p:nvSpPr>
        <p:spPr>
          <a:xfrm>
            <a:off x="0" y="0"/>
            <a:ext cx="9161700" cy="5143500"/>
          </a:xfrm>
          <a:prstGeom prst="snip1Rect">
            <a:avLst>
              <a:gd name="adj" fmla="val 24161"/>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109" name="Google Shape;109;p3"/>
          <p:cNvSpPr txBox="1">
            <a:spLocks noGrp="1"/>
          </p:cNvSpPr>
          <p:nvPr>
            <p:ph type="title"/>
          </p:nvPr>
        </p:nvSpPr>
        <p:spPr>
          <a:xfrm>
            <a:off x="460500" y="2025700"/>
            <a:ext cx="4703100" cy="1821300"/>
          </a:xfrm>
          <a:prstGeom prst="rect">
            <a:avLst/>
          </a:prstGeom>
        </p:spPr>
        <p:txBody>
          <a:bodyPr spcFirstLastPara="1" wrap="square" lIns="91425" tIns="91425" rIns="91425" bIns="0" anchor="b" anchorCtr="0">
            <a:noAutofit/>
          </a:bodyPr>
          <a:lstStyle>
            <a:lvl1pPr lvl="0">
              <a:spcBef>
                <a:spcPts val="0"/>
              </a:spcBef>
              <a:spcAft>
                <a:spcPts val="0"/>
              </a:spcAft>
              <a:buSzPts val="9600"/>
              <a:buNone/>
              <a:defRPr sz="96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3"/>
          <p:cNvSpPr txBox="1">
            <a:spLocks noGrp="1"/>
          </p:cNvSpPr>
          <p:nvPr>
            <p:ph type="body" idx="1"/>
          </p:nvPr>
        </p:nvSpPr>
        <p:spPr>
          <a:xfrm>
            <a:off x="460500" y="4085525"/>
            <a:ext cx="3501600" cy="598200"/>
          </a:xfrm>
          <a:prstGeom prst="rect">
            <a:avLst/>
          </a:prstGeom>
        </p:spPr>
        <p:txBody>
          <a:bodyPr spcFirstLastPara="1" wrap="square" lIns="91425" tIns="91425" rIns="91425" bIns="91425" anchor="b" anchorCtr="0">
            <a:noAutofit/>
          </a:bodyPr>
          <a:lstStyle>
            <a:lvl1pPr marL="457200" lvl="0" indent="-292100">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
        <p:nvSpPr>
          <p:cNvPr id="111" name="Google Shape;111;p3"/>
          <p:cNvSpPr/>
          <p:nvPr/>
        </p:nvSpPr>
        <p:spPr>
          <a:xfrm>
            <a:off x="7735575" y="-10150"/>
            <a:ext cx="1428750" cy="1320800"/>
          </a:xfrm>
          <a:custGeom>
            <a:avLst/>
            <a:gdLst/>
            <a:ahLst/>
            <a:cxnLst/>
            <a:rect l="l" t="t" r="r" b="b"/>
            <a:pathLst>
              <a:path w="57150" h="52832" extrusionOk="0">
                <a:moveTo>
                  <a:pt x="4572" y="0"/>
                </a:moveTo>
                <a:lnTo>
                  <a:pt x="0" y="51308"/>
                </a:lnTo>
                <a:lnTo>
                  <a:pt x="57150" y="52832"/>
                </a:lnTo>
                <a:lnTo>
                  <a:pt x="57150" y="47752"/>
                </a:lnTo>
                <a:lnTo>
                  <a:pt x="9144" y="0"/>
                </a:lnTo>
                <a:close/>
              </a:path>
            </a:pathLst>
          </a:custGeom>
          <a:solidFill>
            <a:schemeClr val="dk1"/>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agenda">
  <p:cSld name="BLANK_1_1_1_1_1_1_1_1_1_1_1">
    <p:spTree>
      <p:nvGrpSpPr>
        <p:cNvPr id="1" name="Shape 112"/>
        <p:cNvGrpSpPr/>
        <p:nvPr/>
      </p:nvGrpSpPr>
      <p:grpSpPr>
        <a:xfrm>
          <a:off x="0" y="0"/>
          <a:ext cx="0" cy="0"/>
          <a:chOff x="0" y="0"/>
          <a:chExt cx="0" cy="0"/>
        </a:xfrm>
      </p:grpSpPr>
      <p:sp>
        <p:nvSpPr>
          <p:cNvPr id="113" name="Google Shape;113;p4"/>
          <p:cNvSpPr txBox="1">
            <a:spLocks noGrp="1"/>
          </p:cNvSpPr>
          <p:nvPr>
            <p:ph type="body" idx="1"/>
          </p:nvPr>
        </p:nvSpPr>
        <p:spPr>
          <a:xfrm>
            <a:off x="925650" y="1204025"/>
            <a:ext cx="4028700" cy="3671400"/>
          </a:xfrm>
          <a:prstGeom prst="rect">
            <a:avLst/>
          </a:prstGeom>
        </p:spPr>
        <p:txBody>
          <a:bodyPr spcFirstLastPara="1" wrap="square" lIns="91425" tIns="91425" rIns="91425" bIns="91425" anchor="t" anchorCtr="0">
            <a:normAutofit/>
          </a:bodyPr>
          <a:lstStyle>
            <a:lvl1pPr marL="457200" lvl="0" indent="-32385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1pPr>
            <a:lvl2pPr marL="914400" lvl="1" indent="-32385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2pPr>
            <a:lvl3pPr marL="1371600" lvl="2" indent="-32385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3pPr>
            <a:lvl4pPr marL="1828800" lvl="3" indent="-32385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4pPr>
            <a:lvl5pPr marL="2286000" lvl="4" indent="-32385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5pPr>
            <a:lvl6pPr marL="2743200" lvl="5" indent="-32385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6pPr>
            <a:lvl7pPr marL="3200400" lvl="6" indent="-32385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7pPr>
            <a:lvl8pPr marL="3657600" lvl="7" indent="-32385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8pPr>
            <a:lvl9pPr marL="4114800" lvl="8" indent="-32385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9pPr>
          </a:lstStyle>
          <a:p>
            <a:endParaRPr/>
          </a:p>
        </p:txBody>
      </p:sp>
      <p:grpSp>
        <p:nvGrpSpPr>
          <p:cNvPr id="114" name="Google Shape;114;p4"/>
          <p:cNvGrpSpPr/>
          <p:nvPr/>
        </p:nvGrpSpPr>
        <p:grpSpPr>
          <a:xfrm>
            <a:off x="-6750" y="576950"/>
            <a:ext cx="9144146" cy="4114800"/>
            <a:chOff x="-6750" y="576950"/>
            <a:chExt cx="9144146" cy="4114800"/>
          </a:xfrm>
        </p:grpSpPr>
        <p:cxnSp>
          <p:nvCxnSpPr>
            <p:cNvPr id="115" name="Google Shape;115;p4"/>
            <p:cNvCxnSpPr/>
            <p:nvPr/>
          </p:nvCxnSpPr>
          <p:spPr>
            <a:xfrm>
              <a:off x="-6750" y="576950"/>
              <a:ext cx="9137400" cy="0"/>
            </a:xfrm>
            <a:prstGeom prst="straightConnector1">
              <a:avLst/>
            </a:prstGeom>
            <a:noFill/>
            <a:ln w="9525" cap="flat" cmpd="sng">
              <a:solidFill>
                <a:schemeClr val="accent5"/>
              </a:solidFill>
              <a:prstDash val="solid"/>
              <a:round/>
              <a:headEnd type="none" w="sm" len="sm"/>
              <a:tailEnd type="none" w="sm" len="sm"/>
            </a:ln>
          </p:spPr>
        </p:cxnSp>
        <p:cxnSp>
          <p:nvCxnSpPr>
            <p:cNvPr id="116" name="Google Shape;116;p4"/>
            <p:cNvCxnSpPr/>
            <p:nvPr/>
          </p:nvCxnSpPr>
          <p:spPr>
            <a:xfrm>
              <a:off x="-4" y="1091300"/>
              <a:ext cx="9137400" cy="0"/>
            </a:xfrm>
            <a:prstGeom prst="straightConnector1">
              <a:avLst/>
            </a:prstGeom>
            <a:noFill/>
            <a:ln w="9525" cap="flat" cmpd="sng">
              <a:solidFill>
                <a:schemeClr val="accent5"/>
              </a:solidFill>
              <a:prstDash val="solid"/>
              <a:round/>
              <a:headEnd type="none" w="sm" len="sm"/>
              <a:tailEnd type="none" w="sm" len="sm"/>
            </a:ln>
          </p:spPr>
        </p:cxnSp>
        <p:cxnSp>
          <p:nvCxnSpPr>
            <p:cNvPr id="117" name="Google Shape;117;p4"/>
            <p:cNvCxnSpPr/>
            <p:nvPr/>
          </p:nvCxnSpPr>
          <p:spPr>
            <a:xfrm>
              <a:off x="-4" y="1605650"/>
              <a:ext cx="9137400" cy="0"/>
            </a:xfrm>
            <a:prstGeom prst="straightConnector1">
              <a:avLst/>
            </a:prstGeom>
            <a:noFill/>
            <a:ln w="9525" cap="flat" cmpd="sng">
              <a:solidFill>
                <a:schemeClr val="accent5"/>
              </a:solidFill>
              <a:prstDash val="solid"/>
              <a:round/>
              <a:headEnd type="none" w="sm" len="sm"/>
              <a:tailEnd type="none" w="sm" len="sm"/>
            </a:ln>
          </p:spPr>
        </p:cxnSp>
        <p:cxnSp>
          <p:nvCxnSpPr>
            <p:cNvPr id="118" name="Google Shape;118;p4"/>
            <p:cNvCxnSpPr/>
            <p:nvPr/>
          </p:nvCxnSpPr>
          <p:spPr>
            <a:xfrm>
              <a:off x="-4" y="2120000"/>
              <a:ext cx="9137400" cy="0"/>
            </a:xfrm>
            <a:prstGeom prst="straightConnector1">
              <a:avLst/>
            </a:prstGeom>
            <a:noFill/>
            <a:ln w="9525" cap="flat" cmpd="sng">
              <a:solidFill>
                <a:schemeClr val="accent5"/>
              </a:solidFill>
              <a:prstDash val="solid"/>
              <a:round/>
              <a:headEnd type="none" w="sm" len="sm"/>
              <a:tailEnd type="none" w="sm" len="sm"/>
            </a:ln>
          </p:spPr>
        </p:cxnSp>
        <p:cxnSp>
          <p:nvCxnSpPr>
            <p:cNvPr id="119" name="Google Shape;119;p4"/>
            <p:cNvCxnSpPr/>
            <p:nvPr/>
          </p:nvCxnSpPr>
          <p:spPr>
            <a:xfrm>
              <a:off x="-4" y="2634350"/>
              <a:ext cx="9137400" cy="0"/>
            </a:xfrm>
            <a:prstGeom prst="straightConnector1">
              <a:avLst/>
            </a:prstGeom>
            <a:noFill/>
            <a:ln w="9525" cap="flat" cmpd="sng">
              <a:solidFill>
                <a:schemeClr val="accent5"/>
              </a:solidFill>
              <a:prstDash val="solid"/>
              <a:round/>
              <a:headEnd type="none" w="sm" len="sm"/>
              <a:tailEnd type="none" w="sm" len="sm"/>
            </a:ln>
          </p:spPr>
        </p:cxnSp>
        <p:cxnSp>
          <p:nvCxnSpPr>
            <p:cNvPr id="120" name="Google Shape;120;p4"/>
            <p:cNvCxnSpPr/>
            <p:nvPr/>
          </p:nvCxnSpPr>
          <p:spPr>
            <a:xfrm>
              <a:off x="-4" y="3148700"/>
              <a:ext cx="9137400" cy="0"/>
            </a:xfrm>
            <a:prstGeom prst="straightConnector1">
              <a:avLst/>
            </a:prstGeom>
            <a:noFill/>
            <a:ln w="9525" cap="flat" cmpd="sng">
              <a:solidFill>
                <a:schemeClr val="accent5"/>
              </a:solidFill>
              <a:prstDash val="solid"/>
              <a:round/>
              <a:headEnd type="none" w="sm" len="sm"/>
              <a:tailEnd type="none" w="sm" len="sm"/>
            </a:ln>
          </p:spPr>
        </p:cxnSp>
        <p:cxnSp>
          <p:nvCxnSpPr>
            <p:cNvPr id="121" name="Google Shape;121;p4"/>
            <p:cNvCxnSpPr/>
            <p:nvPr/>
          </p:nvCxnSpPr>
          <p:spPr>
            <a:xfrm>
              <a:off x="-4" y="3663050"/>
              <a:ext cx="9137400" cy="0"/>
            </a:xfrm>
            <a:prstGeom prst="straightConnector1">
              <a:avLst/>
            </a:prstGeom>
            <a:noFill/>
            <a:ln w="9525" cap="flat" cmpd="sng">
              <a:solidFill>
                <a:schemeClr val="accent5"/>
              </a:solidFill>
              <a:prstDash val="solid"/>
              <a:round/>
              <a:headEnd type="none" w="sm" len="sm"/>
              <a:tailEnd type="none" w="sm" len="sm"/>
            </a:ln>
          </p:spPr>
        </p:cxnSp>
        <p:cxnSp>
          <p:nvCxnSpPr>
            <p:cNvPr id="122" name="Google Shape;122;p4"/>
            <p:cNvCxnSpPr/>
            <p:nvPr/>
          </p:nvCxnSpPr>
          <p:spPr>
            <a:xfrm>
              <a:off x="-4" y="4177400"/>
              <a:ext cx="9137400" cy="0"/>
            </a:xfrm>
            <a:prstGeom prst="straightConnector1">
              <a:avLst/>
            </a:prstGeom>
            <a:noFill/>
            <a:ln w="9525" cap="flat" cmpd="sng">
              <a:solidFill>
                <a:schemeClr val="accent5"/>
              </a:solidFill>
              <a:prstDash val="solid"/>
              <a:round/>
              <a:headEnd type="none" w="sm" len="sm"/>
              <a:tailEnd type="none" w="sm" len="sm"/>
            </a:ln>
          </p:spPr>
        </p:cxnSp>
        <p:cxnSp>
          <p:nvCxnSpPr>
            <p:cNvPr id="123" name="Google Shape;123;p4"/>
            <p:cNvCxnSpPr/>
            <p:nvPr/>
          </p:nvCxnSpPr>
          <p:spPr>
            <a:xfrm>
              <a:off x="-4" y="4691750"/>
              <a:ext cx="9137400" cy="0"/>
            </a:xfrm>
            <a:prstGeom prst="straightConnector1">
              <a:avLst/>
            </a:prstGeom>
            <a:noFill/>
            <a:ln w="9525" cap="flat" cmpd="sng">
              <a:solidFill>
                <a:schemeClr val="accent5"/>
              </a:solidFill>
              <a:prstDash val="solid"/>
              <a:round/>
              <a:headEnd type="none" w="sm" len="sm"/>
              <a:tailEnd type="none" w="sm" len="sm"/>
            </a:ln>
          </p:spPr>
        </p:cxnSp>
      </p:grpSp>
      <p:cxnSp>
        <p:nvCxnSpPr>
          <p:cNvPr id="124" name="Google Shape;124;p4"/>
          <p:cNvCxnSpPr/>
          <p:nvPr/>
        </p:nvCxnSpPr>
        <p:spPr>
          <a:xfrm>
            <a:off x="710300" y="0"/>
            <a:ext cx="0" cy="5143500"/>
          </a:xfrm>
          <a:prstGeom prst="straightConnector1">
            <a:avLst/>
          </a:prstGeom>
          <a:noFill/>
          <a:ln w="9525" cap="flat" cmpd="sng">
            <a:solidFill>
              <a:schemeClr val="accent1"/>
            </a:solidFill>
            <a:prstDash val="solid"/>
            <a:round/>
            <a:headEnd type="none" w="sm" len="sm"/>
            <a:tailEnd type="none" w="sm" len="sm"/>
          </a:ln>
        </p:spPr>
      </p:cxnSp>
      <p:cxnSp>
        <p:nvCxnSpPr>
          <p:cNvPr id="125" name="Google Shape;125;p4"/>
          <p:cNvCxnSpPr/>
          <p:nvPr/>
        </p:nvCxnSpPr>
        <p:spPr>
          <a:xfrm>
            <a:off x="664825" y="0"/>
            <a:ext cx="0" cy="5143500"/>
          </a:xfrm>
          <a:prstGeom prst="straightConnector1">
            <a:avLst/>
          </a:prstGeom>
          <a:noFill/>
          <a:ln w="9525" cap="flat" cmpd="sng">
            <a:solidFill>
              <a:schemeClr val="accent1"/>
            </a:solidFill>
            <a:prstDash val="solid"/>
            <a:round/>
            <a:headEnd type="none" w="sm" len="sm"/>
            <a:tailEnd type="none" w="sm" len="sm"/>
          </a:ln>
        </p:spPr>
      </p:cxnSp>
      <p:sp>
        <p:nvSpPr>
          <p:cNvPr id="126" name="Google Shape;126;p4"/>
          <p:cNvSpPr/>
          <p:nvPr/>
        </p:nvSpPr>
        <p:spPr>
          <a:xfrm>
            <a:off x="245425" y="1542047"/>
            <a:ext cx="132600" cy="1272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Manrope"/>
              <a:ea typeface="Manrope"/>
              <a:cs typeface="Manrope"/>
              <a:sym typeface="Manrope"/>
            </a:endParaRPr>
          </a:p>
        </p:txBody>
      </p:sp>
      <p:sp>
        <p:nvSpPr>
          <p:cNvPr id="127" name="Google Shape;127;p4"/>
          <p:cNvSpPr/>
          <p:nvPr/>
        </p:nvSpPr>
        <p:spPr>
          <a:xfrm>
            <a:off x="245425" y="3599460"/>
            <a:ext cx="132600" cy="1272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Manrope"/>
              <a:ea typeface="Manrope"/>
              <a:cs typeface="Manrope"/>
              <a:sym typeface="Manrope"/>
            </a:endParaRPr>
          </a:p>
        </p:txBody>
      </p:sp>
      <p:sp>
        <p:nvSpPr>
          <p:cNvPr id="128" name="Google Shape;128;p4"/>
          <p:cNvSpPr txBox="1">
            <a:spLocks noGrp="1"/>
          </p:cNvSpPr>
          <p:nvPr>
            <p:ph type="title"/>
          </p:nvPr>
        </p:nvSpPr>
        <p:spPr>
          <a:xfrm rot="-289081">
            <a:off x="587746" y="495097"/>
            <a:ext cx="2100221" cy="569601"/>
          </a:xfrm>
          <a:prstGeom prst="rect">
            <a:avLst/>
          </a:prstGeom>
          <a:solidFill>
            <a:schemeClr val="dk2"/>
          </a:solidFill>
        </p:spPr>
        <p:txBody>
          <a:bodyPr spcFirstLastPara="1" wrap="square" lIns="91425" tIns="91425" rIns="91425" bIns="91425" anchor="ctr" anchorCtr="0">
            <a:noAutofit/>
          </a:bodyPr>
          <a:lstStyle>
            <a:lvl1pPr lvl="0" algn="ctr">
              <a:spcBef>
                <a:spcPts val="0"/>
              </a:spcBef>
              <a:spcAft>
                <a:spcPts val="0"/>
              </a:spcAft>
              <a:buSzPts val="3000"/>
              <a:buFont typeface="Anton"/>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Next Quarter's Goals">
  <p:cSld name="CUSTOM_1_1_3_1_1">
    <p:spTree>
      <p:nvGrpSpPr>
        <p:cNvPr id="1" name="Shape 129"/>
        <p:cNvGrpSpPr/>
        <p:nvPr/>
      </p:nvGrpSpPr>
      <p:grpSpPr>
        <a:xfrm>
          <a:off x="0" y="0"/>
          <a:ext cx="0" cy="0"/>
          <a:chOff x="0" y="0"/>
          <a:chExt cx="0" cy="0"/>
        </a:xfrm>
      </p:grpSpPr>
      <p:grpSp>
        <p:nvGrpSpPr>
          <p:cNvPr id="130" name="Google Shape;130;p5"/>
          <p:cNvGrpSpPr/>
          <p:nvPr/>
        </p:nvGrpSpPr>
        <p:grpSpPr>
          <a:xfrm>
            <a:off x="392964" y="576950"/>
            <a:ext cx="8764835" cy="4114800"/>
            <a:chOff x="374175" y="576950"/>
            <a:chExt cx="8783280" cy="4114800"/>
          </a:xfrm>
        </p:grpSpPr>
        <p:cxnSp>
          <p:nvCxnSpPr>
            <p:cNvPr id="131" name="Google Shape;131;p5"/>
            <p:cNvCxnSpPr/>
            <p:nvPr/>
          </p:nvCxnSpPr>
          <p:spPr>
            <a:xfrm>
              <a:off x="374175" y="576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32" name="Google Shape;132;p5"/>
            <p:cNvCxnSpPr/>
            <p:nvPr/>
          </p:nvCxnSpPr>
          <p:spPr>
            <a:xfrm>
              <a:off x="380655" y="1110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33" name="Google Shape;133;p5"/>
            <p:cNvCxnSpPr/>
            <p:nvPr/>
          </p:nvCxnSpPr>
          <p:spPr>
            <a:xfrm>
              <a:off x="380655" y="16437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34" name="Google Shape;134;p5"/>
            <p:cNvCxnSpPr/>
            <p:nvPr/>
          </p:nvCxnSpPr>
          <p:spPr>
            <a:xfrm>
              <a:off x="380655" y="2100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35" name="Google Shape;135;p5"/>
            <p:cNvCxnSpPr/>
            <p:nvPr/>
          </p:nvCxnSpPr>
          <p:spPr>
            <a:xfrm>
              <a:off x="380655" y="2634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36" name="Google Shape;136;p5"/>
            <p:cNvCxnSpPr/>
            <p:nvPr/>
          </p:nvCxnSpPr>
          <p:spPr>
            <a:xfrm>
              <a:off x="380655" y="31677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37" name="Google Shape;137;p5"/>
            <p:cNvCxnSpPr/>
            <p:nvPr/>
          </p:nvCxnSpPr>
          <p:spPr>
            <a:xfrm>
              <a:off x="380655" y="3624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38" name="Google Shape;138;p5"/>
            <p:cNvCxnSpPr/>
            <p:nvPr/>
          </p:nvCxnSpPr>
          <p:spPr>
            <a:xfrm>
              <a:off x="380655" y="4158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39" name="Google Shape;139;p5"/>
            <p:cNvCxnSpPr/>
            <p:nvPr/>
          </p:nvCxnSpPr>
          <p:spPr>
            <a:xfrm>
              <a:off x="380655" y="4691750"/>
              <a:ext cx="8776800" cy="0"/>
            </a:xfrm>
            <a:prstGeom prst="straightConnector1">
              <a:avLst/>
            </a:prstGeom>
            <a:noFill/>
            <a:ln w="9525" cap="flat" cmpd="sng">
              <a:solidFill>
                <a:schemeClr val="accent5"/>
              </a:solidFill>
              <a:prstDash val="solid"/>
              <a:round/>
              <a:headEnd type="none" w="sm" len="sm"/>
              <a:tailEnd type="none" w="sm" len="sm"/>
            </a:ln>
          </p:spPr>
        </p:cxnSp>
      </p:grpSp>
      <p:cxnSp>
        <p:nvCxnSpPr>
          <p:cNvPr id="140" name="Google Shape;140;p5"/>
          <p:cNvCxnSpPr/>
          <p:nvPr/>
        </p:nvCxnSpPr>
        <p:spPr>
          <a:xfrm>
            <a:off x="392950" y="-20266"/>
            <a:ext cx="0" cy="5165700"/>
          </a:xfrm>
          <a:prstGeom prst="straightConnector1">
            <a:avLst/>
          </a:prstGeom>
          <a:noFill/>
          <a:ln w="9525" cap="flat" cmpd="sng">
            <a:solidFill>
              <a:schemeClr val="accent5"/>
            </a:solidFill>
            <a:prstDash val="solid"/>
            <a:round/>
            <a:headEnd type="none" w="sm" len="sm"/>
            <a:tailEnd type="none" w="sm" len="sm"/>
          </a:ln>
        </p:spPr>
      </p:cxnSp>
      <p:grpSp>
        <p:nvGrpSpPr>
          <p:cNvPr id="141" name="Google Shape;141;p5"/>
          <p:cNvGrpSpPr/>
          <p:nvPr/>
        </p:nvGrpSpPr>
        <p:grpSpPr>
          <a:xfrm>
            <a:off x="114421" y="175123"/>
            <a:ext cx="134104" cy="4750255"/>
            <a:chOff x="114421" y="175123"/>
            <a:chExt cx="134104" cy="4750255"/>
          </a:xfrm>
        </p:grpSpPr>
        <p:grpSp>
          <p:nvGrpSpPr>
            <p:cNvPr id="142" name="Google Shape;142;p5"/>
            <p:cNvGrpSpPr/>
            <p:nvPr/>
          </p:nvGrpSpPr>
          <p:grpSpPr>
            <a:xfrm>
              <a:off x="114421" y="175123"/>
              <a:ext cx="134104" cy="4334807"/>
              <a:chOff x="5432271" y="383100"/>
              <a:chExt cx="137854" cy="4456010"/>
            </a:xfrm>
          </p:grpSpPr>
          <p:grpSp>
            <p:nvGrpSpPr>
              <p:cNvPr id="143" name="Google Shape;143;p5"/>
              <p:cNvGrpSpPr/>
              <p:nvPr/>
            </p:nvGrpSpPr>
            <p:grpSpPr>
              <a:xfrm>
                <a:off x="5432271" y="383100"/>
                <a:ext cx="137854" cy="981668"/>
                <a:chOff x="5432271" y="383100"/>
                <a:chExt cx="137854" cy="981668"/>
              </a:xfrm>
            </p:grpSpPr>
            <p:sp>
              <p:nvSpPr>
                <p:cNvPr id="144" name="Google Shape;144;p5"/>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145" name="Google Shape;145;p5"/>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146" name="Google Shape;146;p5"/>
                <p:cNvSpPr/>
                <p:nvPr/>
              </p:nvSpPr>
              <p:spPr>
                <a:xfrm>
                  <a:off x="5433925" y="1233968"/>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147" name="Google Shape;147;p5"/>
              <p:cNvGrpSpPr/>
              <p:nvPr/>
            </p:nvGrpSpPr>
            <p:grpSpPr>
              <a:xfrm>
                <a:off x="5432271" y="1678500"/>
                <a:ext cx="137854" cy="981668"/>
                <a:chOff x="5432271" y="383100"/>
                <a:chExt cx="137854" cy="981668"/>
              </a:xfrm>
            </p:grpSpPr>
            <p:sp>
              <p:nvSpPr>
                <p:cNvPr id="148" name="Google Shape;148;p5"/>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149" name="Google Shape;149;p5"/>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150" name="Google Shape;150;p5"/>
                <p:cNvSpPr/>
                <p:nvPr/>
              </p:nvSpPr>
              <p:spPr>
                <a:xfrm>
                  <a:off x="5433925" y="1233968"/>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151" name="Google Shape;151;p5"/>
              <p:cNvGrpSpPr/>
              <p:nvPr/>
            </p:nvGrpSpPr>
            <p:grpSpPr>
              <a:xfrm>
                <a:off x="5432271" y="2973900"/>
                <a:ext cx="137854" cy="981668"/>
                <a:chOff x="5432271" y="383100"/>
                <a:chExt cx="137854" cy="981668"/>
              </a:xfrm>
            </p:grpSpPr>
            <p:sp>
              <p:nvSpPr>
                <p:cNvPr id="152" name="Google Shape;152;p5"/>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153" name="Google Shape;153;p5"/>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154" name="Google Shape;154;p5"/>
                <p:cNvSpPr/>
                <p:nvPr/>
              </p:nvSpPr>
              <p:spPr>
                <a:xfrm>
                  <a:off x="5433925" y="1233968"/>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155" name="Google Shape;155;p5"/>
              <p:cNvGrpSpPr/>
              <p:nvPr/>
            </p:nvGrpSpPr>
            <p:grpSpPr>
              <a:xfrm>
                <a:off x="5432271" y="4269300"/>
                <a:ext cx="137854" cy="569810"/>
                <a:chOff x="5432271" y="383100"/>
                <a:chExt cx="137854" cy="569810"/>
              </a:xfrm>
            </p:grpSpPr>
            <p:sp>
              <p:nvSpPr>
                <p:cNvPr id="156" name="Google Shape;156;p5"/>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157" name="Google Shape;157;p5"/>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sp>
          <p:nvSpPr>
            <p:cNvPr id="158" name="Google Shape;158;p5"/>
            <p:cNvSpPr/>
            <p:nvPr/>
          </p:nvSpPr>
          <p:spPr>
            <a:xfrm>
              <a:off x="115150" y="4798178"/>
              <a:ext cx="132600" cy="1272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sp>
        <p:nvSpPr>
          <p:cNvPr id="159" name="Google Shape;159;p5"/>
          <p:cNvSpPr txBox="1">
            <a:spLocks noGrp="1"/>
          </p:cNvSpPr>
          <p:nvPr>
            <p:ph type="title"/>
          </p:nvPr>
        </p:nvSpPr>
        <p:spPr>
          <a:xfrm>
            <a:off x="513300" y="419950"/>
            <a:ext cx="2641500" cy="1015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
        <p:nvSpPr>
          <p:cNvPr id="160" name="Google Shape;160;p5"/>
          <p:cNvSpPr txBox="1">
            <a:spLocks noGrp="1"/>
          </p:cNvSpPr>
          <p:nvPr>
            <p:ph type="body" idx="1"/>
          </p:nvPr>
        </p:nvSpPr>
        <p:spPr>
          <a:xfrm>
            <a:off x="3993050" y="2658175"/>
            <a:ext cx="4312800" cy="1011900"/>
          </a:xfrm>
          <a:prstGeom prst="rect">
            <a:avLst/>
          </a:prstGeom>
        </p:spPr>
        <p:txBody>
          <a:bodyPr spcFirstLastPara="1" wrap="square" lIns="91425" tIns="91425" rIns="91425" bIns="91425" anchor="ctr" anchorCtr="0">
            <a:noAutofit/>
          </a:bodyPr>
          <a:lstStyle>
            <a:lvl1pPr marL="457200" lvl="0" indent="-2921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
        <p:nvSpPr>
          <p:cNvPr id="161" name="Google Shape;161;p5"/>
          <p:cNvSpPr txBox="1">
            <a:spLocks noGrp="1"/>
          </p:cNvSpPr>
          <p:nvPr>
            <p:ph type="body" idx="2"/>
          </p:nvPr>
        </p:nvSpPr>
        <p:spPr>
          <a:xfrm>
            <a:off x="3993050" y="3668450"/>
            <a:ext cx="4312800" cy="1011900"/>
          </a:xfrm>
          <a:prstGeom prst="rect">
            <a:avLst/>
          </a:prstGeom>
        </p:spPr>
        <p:txBody>
          <a:bodyPr spcFirstLastPara="1" wrap="square" lIns="91425" tIns="91425" rIns="91425" bIns="91425" anchor="ctr" anchorCtr="0">
            <a:noAutofit/>
          </a:bodyPr>
          <a:lstStyle>
            <a:lvl1pPr marL="457200" lvl="0" indent="-2921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
        <p:nvSpPr>
          <p:cNvPr id="162" name="Google Shape;162;p5"/>
          <p:cNvSpPr txBox="1">
            <a:spLocks noGrp="1"/>
          </p:cNvSpPr>
          <p:nvPr>
            <p:ph type="body" idx="3"/>
          </p:nvPr>
        </p:nvSpPr>
        <p:spPr>
          <a:xfrm>
            <a:off x="3993050" y="1644550"/>
            <a:ext cx="4312800" cy="1011900"/>
          </a:xfrm>
          <a:prstGeom prst="rect">
            <a:avLst/>
          </a:prstGeom>
        </p:spPr>
        <p:txBody>
          <a:bodyPr spcFirstLastPara="1" wrap="square" lIns="91425" tIns="91425" rIns="91425" bIns="91425" anchor="ctr" anchorCtr="0">
            <a:noAutofit/>
          </a:bodyPr>
          <a:lstStyle>
            <a:lvl1pPr marL="457200" lvl="0" indent="-2921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
        <p:nvSpPr>
          <p:cNvPr id="163" name="Google Shape;163;p5"/>
          <p:cNvSpPr txBox="1">
            <a:spLocks noGrp="1"/>
          </p:cNvSpPr>
          <p:nvPr>
            <p:ph type="title" idx="4"/>
          </p:nvPr>
        </p:nvSpPr>
        <p:spPr>
          <a:xfrm>
            <a:off x="1075800" y="2925625"/>
            <a:ext cx="2917200" cy="4770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1"/>
              </a:buClr>
              <a:buSzPts val="1900"/>
              <a:buNone/>
              <a:defRPr sz="1900" b="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a:endParaRPr/>
          </a:p>
        </p:txBody>
      </p:sp>
      <p:sp>
        <p:nvSpPr>
          <p:cNvPr id="164" name="Google Shape;164;p5"/>
          <p:cNvSpPr txBox="1">
            <a:spLocks noGrp="1"/>
          </p:cNvSpPr>
          <p:nvPr>
            <p:ph type="title" idx="5"/>
          </p:nvPr>
        </p:nvSpPr>
        <p:spPr>
          <a:xfrm>
            <a:off x="1075800" y="3935900"/>
            <a:ext cx="2917200" cy="4770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1"/>
              </a:buClr>
              <a:buSzPts val="1900"/>
              <a:buNone/>
              <a:defRPr sz="1900" b="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a:endParaRPr/>
          </a:p>
        </p:txBody>
      </p:sp>
      <p:sp>
        <p:nvSpPr>
          <p:cNvPr id="165" name="Google Shape;165;p5"/>
          <p:cNvSpPr txBox="1">
            <a:spLocks noGrp="1"/>
          </p:cNvSpPr>
          <p:nvPr>
            <p:ph type="title" idx="6"/>
          </p:nvPr>
        </p:nvSpPr>
        <p:spPr>
          <a:xfrm>
            <a:off x="1075800" y="1912000"/>
            <a:ext cx="2917200" cy="4770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1"/>
              </a:buClr>
              <a:buSzPts val="1900"/>
              <a:buNone/>
              <a:defRPr sz="1900" b="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a:endParaRPr/>
          </a:p>
        </p:txBody>
      </p:sp>
      <p:sp>
        <p:nvSpPr>
          <p:cNvPr id="166" name="Google Shape;166;p5"/>
          <p:cNvSpPr txBox="1">
            <a:spLocks noGrp="1"/>
          </p:cNvSpPr>
          <p:nvPr>
            <p:ph type="title" idx="7"/>
          </p:nvPr>
        </p:nvSpPr>
        <p:spPr>
          <a:xfrm>
            <a:off x="543400" y="1912000"/>
            <a:ext cx="472800" cy="4770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1800"/>
              <a:buFont typeface="Manrope Medium"/>
              <a:buNone/>
              <a:defRPr sz="1800" b="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a:endParaRPr/>
          </a:p>
        </p:txBody>
      </p:sp>
      <p:sp>
        <p:nvSpPr>
          <p:cNvPr id="167" name="Google Shape;167;p5"/>
          <p:cNvSpPr txBox="1">
            <a:spLocks noGrp="1"/>
          </p:cNvSpPr>
          <p:nvPr>
            <p:ph type="title" idx="8"/>
          </p:nvPr>
        </p:nvSpPr>
        <p:spPr>
          <a:xfrm>
            <a:off x="543400" y="2925625"/>
            <a:ext cx="472800" cy="4770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1800"/>
              <a:buFont typeface="Manrope Medium"/>
              <a:buNone/>
              <a:defRPr sz="1800" b="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a:endParaRPr/>
          </a:p>
        </p:txBody>
      </p:sp>
      <p:sp>
        <p:nvSpPr>
          <p:cNvPr id="168" name="Google Shape;168;p5"/>
          <p:cNvSpPr txBox="1">
            <a:spLocks noGrp="1"/>
          </p:cNvSpPr>
          <p:nvPr>
            <p:ph type="title" idx="9"/>
          </p:nvPr>
        </p:nvSpPr>
        <p:spPr>
          <a:xfrm>
            <a:off x="543400" y="3935900"/>
            <a:ext cx="472800" cy="4770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1800"/>
              <a:buFont typeface="Manrope Medium"/>
              <a:buNone/>
              <a:defRPr sz="1800" b="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Next Steps">
  <p:cSld name="CUSTOM_1_1_1_3_1">
    <p:bg>
      <p:bgPr>
        <a:solidFill>
          <a:schemeClr val="lt1"/>
        </a:solidFill>
        <a:effectLst/>
      </p:bgPr>
    </p:bg>
    <p:spTree>
      <p:nvGrpSpPr>
        <p:cNvPr id="1" name="Shape 169"/>
        <p:cNvGrpSpPr/>
        <p:nvPr/>
      </p:nvGrpSpPr>
      <p:grpSpPr>
        <a:xfrm>
          <a:off x="0" y="0"/>
          <a:ext cx="0" cy="0"/>
          <a:chOff x="0" y="0"/>
          <a:chExt cx="0" cy="0"/>
        </a:xfrm>
      </p:grpSpPr>
      <p:sp>
        <p:nvSpPr>
          <p:cNvPr id="170" name="Google Shape;170;p6"/>
          <p:cNvSpPr txBox="1">
            <a:spLocks noGrp="1"/>
          </p:cNvSpPr>
          <p:nvPr>
            <p:ph type="title"/>
          </p:nvPr>
        </p:nvSpPr>
        <p:spPr>
          <a:xfrm rot="276584">
            <a:off x="5845454" y="1487909"/>
            <a:ext cx="2123971" cy="496007"/>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71" name="Google Shape;171;p6"/>
          <p:cNvSpPr txBox="1">
            <a:spLocks noGrp="1"/>
          </p:cNvSpPr>
          <p:nvPr>
            <p:ph type="body" idx="1"/>
          </p:nvPr>
        </p:nvSpPr>
        <p:spPr>
          <a:xfrm rot="274997">
            <a:off x="5798057" y="2041282"/>
            <a:ext cx="2121183" cy="603735"/>
          </a:xfrm>
          <a:prstGeom prst="rect">
            <a:avLst/>
          </a:prstGeom>
        </p:spPr>
        <p:txBody>
          <a:bodyPr spcFirstLastPara="1" wrap="square" lIns="91425" tIns="0" rIns="91425" bIns="0" anchor="t" anchorCtr="0">
            <a:norm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sp>
        <p:nvSpPr>
          <p:cNvPr id="172" name="Google Shape;172;p6"/>
          <p:cNvSpPr txBox="1">
            <a:spLocks noGrp="1"/>
          </p:cNvSpPr>
          <p:nvPr>
            <p:ph type="title" idx="2"/>
          </p:nvPr>
        </p:nvSpPr>
        <p:spPr>
          <a:xfrm rot="-689737">
            <a:off x="3250012" y="1354783"/>
            <a:ext cx="2124008" cy="495921"/>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73" name="Google Shape;173;p6"/>
          <p:cNvSpPr txBox="1">
            <a:spLocks noGrp="1"/>
          </p:cNvSpPr>
          <p:nvPr>
            <p:ph type="body" idx="3"/>
          </p:nvPr>
        </p:nvSpPr>
        <p:spPr>
          <a:xfrm rot="-691086">
            <a:off x="3372841" y="1897943"/>
            <a:ext cx="2121422" cy="603767"/>
          </a:xfrm>
          <a:prstGeom prst="rect">
            <a:avLst/>
          </a:prstGeom>
        </p:spPr>
        <p:txBody>
          <a:bodyPr spcFirstLastPara="1" wrap="square" lIns="91425" tIns="0" rIns="91425" bIns="0" anchor="t" anchorCtr="0">
            <a:norm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sp>
        <p:nvSpPr>
          <p:cNvPr id="174" name="Google Shape;174;p6"/>
          <p:cNvSpPr txBox="1">
            <a:spLocks noGrp="1"/>
          </p:cNvSpPr>
          <p:nvPr>
            <p:ph type="title" idx="4"/>
          </p:nvPr>
        </p:nvSpPr>
        <p:spPr>
          <a:xfrm>
            <a:off x="508875" y="1801500"/>
            <a:ext cx="2645400" cy="16944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accent6"/>
              </a:buClr>
              <a:buSzPts val="6400"/>
              <a:buNone/>
              <a:defRPr sz="6000" b="0">
                <a:solidFill>
                  <a:schemeClr val="accent6"/>
                </a:solidFill>
              </a:defRPr>
            </a:lvl1pPr>
            <a:lvl2pPr lvl="1">
              <a:spcBef>
                <a:spcPts val="0"/>
              </a:spcBef>
              <a:spcAft>
                <a:spcPts val="0"/>
              </a:spcAft>
              <a:buClr>
                <a:schemeClr val="accent6"/>
              </a:buClr>
              <a:buSzPts val="1400"/>
              <a:buNone/>
              <a:defRPr>
                <a:solidFill>
                  <a:schemeClr val="accent6"/>
                </a:solidFill>
              </a:defRPr>
            </a:lvl2pPr>
            <a:lvl3pPr lvl="2">
              <a:spcBef>
                <a:spcPts val="0"/>
              </a:spcBef>
              <a:spcAft>
                <a:spcPts val="0"/>
              </a:spcAft>
              <a:buClr>
                <a:schemeClr val="accent6"/>
              </a:buClr>
              <a:buSzPts val="1400"/>
              <a:buNone/>
              <a:defRPr>
                <a:solidFill>
                  <a:schemeClr val="accent6"/>
                </a:solidFill>
              </a:defRPr>
            </a:lvl3pPr>
            <a:lvl4pPr lvl="3">
              <a:spcBef>
                <a:spcPts val="0"/>
              </a:spcBef>
              <a:spcAft>
                <a:spcPts val="0"/>
              </a:spcAft>
              <a:buClr>
                <a:schemeClr val="accent6"/>
              </a:buClr>
              <a:buSzPts val="1400"/>
              <a:buNone/>
              <a:defRPr>
                <a:solidFill>
                  <a:schemeClr val="accent6"/>
                </a:solidFill>
              </a:defRPr>
            </a:lvl4pPr>
            <a:lvl5pPr lvl="4">
              <a:spcBef>
                <a:spcPts val="0"/>
              </a:spcBef>
              <a:spcAft>
                <a:spcPts val="0"/>
              </a:spcAft>
              <a:buClr>
                <a:schemeClr val="accent6"/>
              </a:buClr>
              <a:buSzPts val="1400"/>
              <a:buNone/>
              <a:defRPr>
                <a:solidFill>
                  <a:schemeClr val="accent6"/>
                </a:solidFill>
              </a:defRPr>
            </a:lvl5pPr>
            <a:lvl6pPr lvl="5">
              <a:spcBef>
                <a:spcPts val="0"/>
              </a:spcBef>
              <a:spcAft>
                <a:spcPts val="0"/>
              </a:spcAft>
              <a:buClr>
                <a:schemeClr val="accent6"/>
              </a:buClr>
              <a:buSzPts val="1400"/>
              <a:buNone/>
              <a:defRPr>
                <a:solidFill>
                  <a:schemeClr val="accent6"/>
                </a:solidFill>
              </a:defRPr>
            </a:lvl6pPr>
            <a:lvl7pPr lvl="6">
              <a:spcBef>
                <a:spcPts val="0"/>
              </a:spcBef>
              <a:spcAft>
                <a:spcPts val="0"/>
              </a:spcAft>
              <a:buClr>
                <a:schemeClr val="accent6"/>
              </a:buClr>
              <a:buSzPts val="1400"/>
              <a:buNone/>
              <a:defRPr>
                <a:solidFill>
                  <a:schemeClr val="accent6"/>
                </a:solidFill>
              </a:defRPr>
            </a:lvl7pPr>
            <a:lvl8pPr lvl="7">
              <a:spcBef>
                <a:spcPts val="0"/>
              </a:spcBef>
              <a:spcAft>
                <a:spcPts val="0"/>
              </a:spcAft>
              <a:buClr>
                <a:schemeClr val="accent6"/>
              </a:buClr>
              <a:buSzPts val="1400"/>
              <a:buNone/>
              <a:defRPr>
                <a:solidFill>
                  <a:schemeClr val="accent6"/>
                </a:solidFill>
              </a:defRPr>
            </a:lvl8pPr>
            <a:lvl9pPr lvl="8">
              <a:spcBef>
                <a:spcPts val="0"/>
              </a:spcBef>
              <a:spcAft>
                <a:spcPts val="0"/>
              </a:spcAft>
              <a:buClr>
                <a:schemeClr val="accent6"/>
              </a:buClr>
              <a:buSzPts val="1400"/>
              <a:buNone/>
              <a:defRPr>
                <a:solidFill>
                  <a:schemeClr val="accent6"/>
                </a:solidFill>
              </a:defRPr>
            </a:lvl9pPr>
          </a:lstStyle>
          <a:p>
            <a:endParaRPr/>
          </a:p>
        </p:txBody>
      </p:sp>
      <p:sp>
        <p:nvSpPr>
          <p:cNvPr id="175" name="Google Shape;175;p6"/>
          <p:cNvSpPr/>
          <p:nvPr/>
        </p:nvSpPr>
        <p:spPr>
          <a:xfrm>
            <a:off x="835200" y="149400"/>
            <a:ext cx="158400" cy="158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176" name="Google Shape;176;p6"/>
          <p:cNvSpPr/>
          <p:nvPr/>
        </p:nvSpPr>
        <p:spPr>
          <a:xfrm>
            <a:off x="3273600" y="149400"/>
            <a:ext cx="158400" cy="158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177" name="Google Shape;177;p6"/>
          <p:cNvSpPr/>
          <p:nvPr/>
        </p:nvSpPr>
        <p:spPr>
          <a:xfrm>
            <a:off x="5712000" y="149400"/>
            <a:ext cx="158400" cy="158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178" name="Google Shape;178;p6"/>
          <p:cNvSpPr/>
          <p:nvPr/>
        </p:nvSpPr>
        <p:spPr>
          <a:xfrm>
            <a:off x="8150400" y="149400"/>
            <a:ext cx="158400" cy="158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cxnSp>
        <p:nvCxnSpPr>
          <p:cNvPr id="179" name="Google Shape;179;p6"/>
          <p:cNvCxnSpPr/>
          <p:nvPr/>
        </p:nvCxnSpPr>
        <p:spPr>
          <a:xfrm>
            <a:off x="0" y="457191"/>
            <a:ext cx="9140400" cy="0"/>
          </a:xfrm>
          <a:prstGeom prst="straightConnector1">
            <a:avLst/>
          </a:prstGeom>
          <a:noFill/>
          <a:ln w="9525" cap="flat" cmpd="sng">
            <a:solidFill>
              <a:schemeClr val="accent4"/>
            </a:solidFill>
            <a:prstDash val="solid"/>
            <a:round/>
            <a:headEnd type="none" w="sm" len="sm"/>
            <a:tailEnd type="none" w="sm" len="sm"/>
          </a:ln>
        </p:spPr>
      </p:cxnSp>
      <p:cxnSp>
        <p:nvCxnSpPr>
          <p:cNvPr id="180" name="Google Shape;180;p6"/>
          <p:cNvCxnSpPr/>
          <p:nvPr/>
        </p:nvCxnSpPr>
        <p:spPr>
          <a:xfrm>
            <a:off x="0" y="524791"/>
            <a:ext cx="9140400" cy="0"/>
          </a:xfrm>
          <a:prstGeom prst="straightConnector1">
            <a:avLst/>
          </a:prstGeom>
          <a:noFill/>
          <a:ln w="9525" cap="flat" cmpd="sng">
            <a:solidFill>
              <a:schemeClr val="accent4"/>
            </a:solidFill>
            <a:prstDash val="solid"/>
            <a:round/>
            <a:headEnd type="none" w="sm" len="sm"/>
            <a:tailEnd type="none" w="sm" len="sm"/>
          </a:ln>
        </p:spPr>
      </p:cxnSp>
      <p:sp>
        <p:nvSpPr>
          <p:cNvPr id="181" name="Google Shape;181;p6"/>
          <p:cNvSpPr txBox="1">
            <a:spLocks noGrp="1"/>
          </p:cNvSpPr>
          <p:nvPr>
            <p:ph type="title" idx="5"/>
          </p:nvPr>
        </p:nvSpPr>
        <p:spPr>
          <a:xfrm rot="486">
            <a:off x="4078754" y="2803718"/>
            <a:ext cx="2124000" cy="4959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82" name="Google Shape;182;p6"/>
          <p:cNvSpPr txBox="1">
            <a:spLocks noGrp="1"/>
          </p:cNvSpPr>
          <p:nvPr>
            <p:ph type="body" idx="6"/>
          </p:nvPr>
        </p:nvSpPr>
        <p:spPr>
          <a:xfrm rot="-972">
            <a:off x="4080134" y="3359087"/>
            <a:ext cx="2121300" cy="603600"/>
          </a:xfrm>
          <a:prstGeom prst="rect">
            <a:avLst/>
          </a:prstGeom>
        </p:spPr>
        <p:txBody>
          <a:bodyPr spcFirstLastPara="1" wrap="square" lIns="91425" tIns="0" rIns="91425" bIns="0" anchor="t" anchorCtr="0">
            <a:norm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images">
  <p:cSld name="CUSTOM_1_1">
    <p:spTree>
      <p:nvGrpSpPr>
        <p:cNvPr id="1" name="Shape 183"/>
        <p:cNvGrpSpPr/>
        <p:nvPr/>
      </p:nvGrpSpPr>
      <p:grpSpPr>
        <a:xfrm>
          <a:off x="0" y="0"/>
          <a:ext cx="0" cy="0"/>
          <a:chOff x="0" y="0"/>
          <a:chExt cx="0" cy="0"/>
        </a:xfrm>
      </p:grpSpPr>
      <p:grpSp>
        <p:nvGrpSpPr>
          <p:cNvPr id="184" name="Google Shape;184;p7"/>
          <p:cNvGrpSpPr/>
          <p:nvPr/>
        </p:nvGrpSpPr>
        <p:grpSpPr>
          <a:xfrm>
            <a:off x="392964" y="576950"/>
            <a:ext cx="8764835" cy="4114800"/>
            <a:chOff x="374175" y="576950"/>
            <a:chExt cx="8783280" cy="4114800"/>
          </a:xfrm>
        </p:grpSpPr>
        <p:cxnSp>
          <p:nvCxnSpPr>
            <p:cNvPr id="185" name="Google Shape;185;p7"/>
            <p:cNvCxnSpPr/>
            <p:nvPr/>
          </p:nvCxnSpPr>
          <p:spPr>
            <a:xfrm>
              <a:off x="374175" y="576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86" name="Google Shape;186;p7"/>
            <p:cNvCxnSpPr/>
            <p:nvPr/>
          </p:nvCxnSpPr>
          <p:spPr>
            <a:xfrm>
              <a:off x="380655" y="1110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87" name="Google Shape;187;p7"/>
            <p:cNvCxnSpPr/>
            <p:nvPr/>
          </p:nvCxnSpPr>
          <p:spPr>
            <a:xfrm>
              <a:off x="380655" y="16437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88" name="Google Shape;188;p7"/>
            <p:cNvCxnSpPr/>
            <p:nvPr/>
          </p:nvCxnSpPr>
          <p:spPr>
            <a:xfrm>
              <a:off x="380655" y="2100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89" name="Google Shape;189;p7"/>
            <p:cNvCxnSpPr/>
            <p:nvPr/>
          </p:nvCxnSpPr>
          <p:spPr>
            <a:xfrm>
              <a:off x="380655" y="2634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90" name="Google Shape;190;p7"/>
            <p:cNvCxnSpPr/>
            <p:nvPr/>
          </p:nvCxnSpPr>
          <p:spPr>
            <a:xfrm>
              <a:off x="380655" y="31677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91" name="Google Shape;191;p7"/>
            <p:cNvCxnSpPr/>
            <p:nvPr/>
          </p:nvCxnSpPr>
          <p:spPr>
            <a:xfrm>
              <a:off x="380655" y="3624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92" name="Google Shape;192;p7"/>
            <p:cNvCxnSpPr/>
            <p:nvPr/>
          </p:nvCxnSpPr>
          <p:spPr>
            <a:xfrm>
              <a:off x="380655" y="4158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193" name="Google Shape;193;p7"/>
            <p:cNvCxnSpPr/>
            <p:nvPr/>
          </p:nvCxnSpPr>
          <p:spPr>
            <a:xfrm>
              <a:off x="380655" y="4691750"/>
              <a:ext cx="8776800" cy="0"/>
            </a:xfrm>
            <a:prstGeom prst="straightConnector1">
              <a:avLst/>
            </a:prstGeom>
            <a:noFill/>
            <a:ln w="9525" cap="flat" cmpd="sng">
              <a:solidFill>
                <a:schemeClr val="accent5"/>
              </a:solidFill>
              <a:prstDash val="solid"/>
              <a:round/>
              <a:headEnd type="none" w="sm" len="sm"/>
              <a:tailEnd type="none" w="sm" len="sm"/>
            </a:ln>
          </p:spPr>
        </p:cxnSp>
      </p:grpSp>
      <p:cxnSp>
        <p:nvCxnSpPr>
          <p:cNvPr id="194" name="Google Shape;194;p7"/>
          <p:cNvCxnSpPr/>
          <p:nvPr/>
        </p:nvCxnSpPr>
        <p:spPr>
          <a:xfrm>
            <a:off x="392950" y="-20266"/>
            <a:ext cx="0" cy="5165700"/>
          </a:xfrm>
          <a:prstGeom prst="straightConnector1">
            <a:avLst/>
          </a:prstGeom>
          <a:noFill/>
          <a:ln w="9525" cap="flat" cmpd="sng">
            <a:solidFill>
              <a:schemeClr val="accent5"/>
            </a:solidFill>
            <a:prstDash val="solid"/>
            <a:round/>
            <a:headEnd type="none" w="sm" len="sm"/>
            <a:tailEnd type="none" w="sm" len="sm"/>
          </a:ln>
        </p:spPr>
      </p:cxnSp>
      <p:grpSp>
        <p:nvGrpSpPr>
          <p:cNvPr id="195" name="Google Shape;195;p7"/>
          <p:cNvGrpSpPr/>
          <p:nvPr/>
        </p:nvGrpSpPr>
        <p:grpSpPr>
          <a:xfrm>
            <a:off x="114406" y="175123"/>
            <a:ext cx="134104" cy="4750255"/>
            <a:chOff x="114406" y="175123"/>
            <a:chExt cx="134104" cy="4750255"/>
          </a:xfrm>
        </p:grpSpPr>
        <p:grpSp>
          <p:nvGrpSpPr>
            <p:cNvPr id="196" name="Google Shape;196;p7"/>
            <p:cNvGrpSpPr/>
            <p:nvPr/>
          </p:nvGrpSpPr>
          <p:grpSpPr>
            <a:xfrm>
              <a:off x="114406" y="175123"/>
              <a:ext cx="134104" cy="4334807"/>
              <a:chOff x="5432271" y="383100"/>
              <a:chExt cx="137854" cy="4456010"/>
            </a:xfrm>
          </p:grpSpPr>
          <p:grpSp>
            <p:nvGrpSpPr>
              <p:cNvPr id="197" name="Google Shape;197;p7"/>
              <p:cNvGrpSpPr/>
              <p:nvPr/>
            </p:nvGrpSpPr>
            <p:grpSpPr>
              <a:xfrm>
                <a:off x="5432271" y="383100"/>
                <a:ext cx="137854" cy="981668"/>
                <a:chOff x="5432271" y="383100"/>
                <a:chExt cx="137854" cy="981668"/>
              </a:xfrm>
            </p:grpSpPr>
            <p:sp>
              <p:nvSpPr>
                <p:cNvPr id="198" name="Google Shape;198;p7"/>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199" name="Google Shape;199;p7"/>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00" name="Google Shape;200;p7"/>
                <p:cNvSpPr/>
                <p:nvPr/>
              </p:nvSpPr>
              <p:spPr>
                <a:xfrm>
                  <a:off x="5433925" y="1233968"/>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201" name="Google Shape;201;p7"/>
              <p:cNvGrpSpPr/>
              <p:nvPr/>
            </p:nvGrpSpPr>
            <p:grpSpPr>
              <a:xfrm>
                <a:off x="5432271" y="1678500"/>
                <a:ext cx="137854" cy="981668"/>
                <a:chOff x="5432271" y="383100"/>
                <a:chExt cx="137854" cy="981668"/>
              </a:xfrm>
            </p:grpSpPr>
            <p:sp>
              <p:nvSpPr>
                <p:cNvPr id="202" name="Google Shape;202;p7"/>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03" name="Google Shape;203;p7"/>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04" name="Google Shape;204;p7"/>
                <p:cNvSpPr/>
                <p:nvPr/>
              </p:nvSpPr>
              <p:spPr>
                <a:xfrm>
                  <a:off x="5433925" y="1233968"/>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205" name="Google Shape;205;p7"/>
              <p:cNvGrpSpPr/>
              <p:nvPr/>
            </p:nvGrpSpPr>
            <p:grpSpPr>
              <a:xfrm>
                <a:off x="5432271" y="2973900"/>
                <a:ext cx="137854" cy="981668"/>
                <a:chOff x="5432271" y="383100"/>
                <a:chExt cx="137854" cy="981668"/>
              </a:xfrm>
            </p:grpSpPr>
            <p:sp>
              <p:nvSpPr>
                <p:cNvPr id="206" name="Google Shape;206;p7"/>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07" name="Google Shape;207;p7"/>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08" name="Google Shape;208;p7"/>
                <p:cNvSpPr/>
                <p:nvPr/>
              </p:nvSpPr>
              <p:spPr>
                <a:xfrm>
                  <a:off x="5433925" y="1233968"/>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209" name="Google Shape;209;p7"/>
              <p:cNvGrpSpPr/>
              <p:nvPr/>
            </p:nvGrpSpPr>
            <p:grpSpPr>
              <a:xfrm>
                <a:off x="5432271" y="4269300"/>
                <a:ext cx="137854" cy="569810"/>
                <a:chOff x="5432271" y="383100"/>
                <a:chExt cx="137854" cy="569810"/>
              </a:xfrm>
            </p:grpSpPr>
            <p:sp>
              <p:nvSpPr>
                <p:cNvPr id="210" name="Google Shape;210;p7"/>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11" name="Google Shape;211;p7"/>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sp>
          <p:nvSpPr>
            <p:cNvPr id="212" name="Google Shape;212;p7"/>
            <p:cNvSpPr/>
            <p:nvPr/>
          </p:nvSpPr>
          <p:spPr>
            <a:xfrm>
              <a:off x="115150" y="4798178"/>
              <a:ext cx="132600" cy="1272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sp>
        <p:nvSpPr>
          <p:cNvPr id="213" name="Google Shape;213;p7"/>
          <p:cNvSpPr txBox="1">
            <a:spLocks noGrp="1"/>
          </p:cNvSpPr>
          <p:nvPr>
            <p:ph type="title"/>
          </p:nvPr>
        </p:nvSpPr>
        <p:spPr>
          <a:xfrm>
            <a:off x="871325" y="720750"/>
            <a:ext cx="2300400" cy="521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1900"/>
              <a:buNone/>
              <a:defRPr sz="1900" b="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a:endParaRPr/>
          </a:p>
        </p:txBody>
      </p:sp>
      <p:sp>
        <p:nvSpPr>
          <p:cNvPr id="214" name="Google Shape;214;p7"/>
          <p:cNvSpPr txBox="1">
            <a:spLocks noGrp="1"/>
          </p:cNvSpPr>
          <p:nvPr>
            <p:ph type="title" idx="2"/>
          </p:nvPr>
        </p:nvSpPr>
        <p:spPr>
          <a:xfrm>
            <a:off x="3587619" y="720750"/>
            <a:ext cx="2300400" cy="521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1900"/>
              <a:buNone/>
              <a:defRPr sz="1900" b="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a:endParaRPr/>
          </a:p>
        </p:txBody>
      </p:sp>
      <p:sp>
        <p:nvSpPr>
          <p:cNvPr id="215" name="Google Shape;215;p7"/>
          <p:cNvSpPr txBox="1">
            <a:spLocks noGrp="1"/>
          </p:cNvSpPr>
          <p:nvPr>
            <p:ph type="title" idx="3"/>
          </p:nvPr>
        </p:nvSpPr>
        <p:spPr>
          <a:xfrm>
            <a:off x="6179075" y="720750"/>
            <a:ext cx="2300400" cy="521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1900"/>
              <a:buNone/>
              <a:defRPr sz="1900" b="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a:endParaRPr/>
          </a:p>
        </p:txBody>
      </p:sp>
      <p:sp>
        <p:nvSpPr>
          <p:cNvPr id="216" name="Google Shape;216;p7"/>
          <p:cNvSpPr>
            <a:spLocks noGrp="1"/>
          </p:cNvSpPr>
          <p:nvPr>
            <p:ph type="pic" idx="4"/>
          </p:nvPr>
        </p:nvSpPr>
        <p:spPr>
          <a:xfrm>
            <a:off x="895300" y="1487250"/>
            <a:ext cx="2264100" cy="2729700"/>
          </a:xfrm>
          <a:prstGeom prst="rect">
            <a:avLst/>
          </a:prstGeom>
          <a:noFill/>
          <a:ln>
            <a:noFill/>
          </a:ln>
        </p:spPr>
      </p:sp>
      <p:sp>
        <p:nvSpPr>
          <p:cNvPr id="217" name="Google Shape;217;p7"/>
          <p:cNvSpPr>
            <a:spLocks noGrp="1"/>
          </p:cNvSpPr>
          <p:nvPr>
            <p:ph type="pic" idx="5"/>
          </p:nvPr>
        </p:nvSpPr>
        <p:spPr>
          <a:xfrm>
            <a:off x="3605775" y="1487250"/>
            <a:ext cx="2264100" cy="2729700"/>
          </a:xfrm>
          <a:prstGeom prst="rect">
            <a:avLst/>
          </a:prstGeom>
          <a:noFill/>
          <a:ln>
            <a:noFill/>
          </a:ln>
        </p:spPr>
      </p:sp>
      <p:sp>
        <p:nvSpPr>
          <p:cNvPr id="218" name="Google Shape;218;p7"/>
          <p:cNvSpPr>
            <a:spLocks noGrp="1"/>
          </p:cNvSpPr>
          <p:nvPr>
            <p:ph type="pic" idx="6"/>
          </p:nvPr>
        </p:nvSpPr>
        <p:spPr>
          <a:xfrm>
            <a:off x="6197225" y="1487250"/>
            <a:ext cx="2264100" cy="2729700"/>
          </a:xfrm>
          <a:prstGeom prst="rect">
            <a:avLst/>
          </a:prstGeom>
          <a:noFill/>
          <a:ln>
            <a:noFill/>
          </a:ln>
        </p:spPr>
      </p:sp>
      <p:sp>
        <p:nvSpPr>
          <p:cNvPr id="219" name="Google Shape;219;p7"/>
          <p:cNvSpPr txBox="1">
            <a:spLocks noGrp="1"/>
          </p:cNvSpPr>
          <p:nvPr>
            <p:ph type="subTitle" idx="1"/>
          </p:nvPr>
        </p:nvSpPr>
        <p:spPr>
          <a:xfrm>
            <a:off x="1187675" y="4299825"/>
            <a:ext cx="1667700" cy="2262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p7"/>
          <p:cNvSpPr txBox="1">
            <a:spLocks noGrp="1"/>
          </p:cNvSpPr>
          <p:nvPr>
            <p:ph type="subTitle" idx="7"/>
          </p:nvPr>
        </p:nvSpPr>
        <p:spPr>
          <a:xfrm rot="-214117">
            <a:off x="3902250" y="4346193"/>
            <a:ext cx="1667634" cy="22634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1" name="Google Shape;221;p7"/>
          <p:cNvSpPr txBox="1">
            <a:spLocks noGrp="1"/>
          </p:cNvSpPr>
          <p:nvPr>
            <p:ph type="subTitle" idx="8"/>
          </p:nvPr>
        </p:nvSpPr>
        <p:spPr>
          <a:xfrm rot="215969">
            <a:off x="6495540" y="4324572"/>
            <a:ext cx="1667690" cy="22634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ustom title, body and image">
  <p:cSld name="BLANK_1_1_1_1_1_1_1_1_1_1_1_1">
    <p:bg>
      <p:bgPr>
        <a:solidFill>
          <a:schemeClr val="lt1"/>
        </a:solidFill>
        <a:effectLst/>
      </p:bgPr>
    </p:bg>
    <p:spTree>
      <p:nvGrpSpPr>
        <p:cNvPr id="1" name="Shape 222"/>
        <p:cNvGrpSpPr/>
        <p:nvPr/>
      </p:nvGrpSpPr>
      <p:grpSpPr>
        <a:xfrm>
          <a:off x="0" y="0"/>
          <a:ext cx="0" cy="0"/>
          <a:chOff x="0" y="0"/>
          <a:chExt cx="0" cy="0"/>
        </a:xfrm>
      </p:grpSpPr>
      <p:sp>
        <p:nvSpPr>
          <p:cNvPr id="223" name="Google Shape;223;p8"/>
          <p:cNvSpPr/>
          <p:nvPr/>
        </p:nvSpPr>
        <p:spPr>
          <a:xfrm rot="-300782">
            <a:off x="5105280" y="419634"/>
            <a:ext cx="3577384" cy="4308283"/>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24" name="Google Shape;224;p8"/>
          <p:cNvSpPr>
            <a:spLocks noGrp="1"/>
          </p:cNvSpPr>
          <p:nvPr>
            <p:ph type="pic" idx="2"/>
          </p:nvPr>
        </p:nvSpPr>
        <p:spPr>
          <a:xfrm>
            <a:off x="2050" y="2050"/>
            <a:ext cx="4778400" cy="5143500"/>
          </a:xfrm>
          <a:prstGeom prst="rect">
            <a:avLst/>
          </a:prstGeom>
          <a:noFill/>
          <a:ln>
            <a:noFill/>
          </a:ln>
        </p:spPr>
      </p:sp>
      <p:sp>
        <p:nvSpPr>
          <p:cNvPr id="225" name="Google Shape;225;p8"/>
          <p:cNvSpPr/>
          <p:nvPr/>
        </p:nvSpPr>
        <p:spPr>
          <a:xfrm rot="134178">
            <a:off x="5002593" y="293901"/>
            <a:ext cx="3782581" cy="4555675"/>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26" name="Google Shape;226;p8"/>
          <p:cNvSpPr txBox="1">
            <a:spLocks noGrp="1"/>
          </p:cNvSpPr>
          <p:nvPr>
            <p:ph type="title"/>
          </p:nvPr>
        </p:nvSpPr>
        <p:spPr>
          <a:xfrm rot="124275">
            <a:off x="5368207" y="536624"/>
            <a:ext cx="3037985" cy="614501"/>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a:endParaRPr/>
          </a:p>
        </p:txBody>
      </p:sp>
      <p:sp>
        <p:nvSpPr>
          <p:cNvPr id="227" name="Google Shape;227;p8"/>
          <p:cNvSpPr txBox="1">
            <a:spLocks noGrp="1"/>
          </p:cNvSpPr>
          <p:nvPr>
            <p:ph type="body" idx="1"/>
          </p:nvPr>
        </p:nvSpPr>
        <p:spPr>
          <a:xfrm rot="119438">
            <a:off x="5194650" y="1261934"/>
            <a:ext cx="3281881" cy="2287382"/>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Font typeface="Manrope Medium"/>
              <a:buChar char="●"/>
              <a:defRPr>
                <a:latin typeface="Manrope Medium"/>
                <a:ea typeface="Manrope Medium"/>
                <a:cs typeface="Manrope Medium"/>
                <a:sym typeface="Manrope Medium"/>
              </a:defRPr>
            </a:lvl1pPr>
            <a:lvl2pPr marL="914400" lvl="1" indent="-317500" algn="ctr">
              <a:spcBef>
                <a:spcPts val="0"/>
              </a:spcBef>
              <a:spcAft>
                <a:spcPts val="0"/>
              </a:spcAft>
              <a:buSzPts val="1400"/>
              <a:buFont typeface="Manrope Medium"/>
              <a:buChar char="○"/>
              <a:defRPr>
                <a:latin typeface="Manrope Medium"/>
                <a:ea typeface="Manrope Medium"/>
                <a:cs typeface="Manrope Medium"/>
                <a:sym typeface="Manrope Medium"/>
              </a:defRPr>
            </a:lvl2pPr>
            <a:lvl3pPr marL="1371600" lvl="2" indent="-317500" algn="ctr">
              <a:spcBef>
                <a:spcPts val="0"/>
              </a:spcBef>
              <a:spcAft>
                <a:spcPts val="0"/>
              </a:spcAft>
              <a:buSzPts val="1400"/>
              <a:buFont typeface="Manrope Medium"/>
              <a:buChar char="■"/>
              <a:defRPr>
                <a:latin typeface="Manrope Medium"/>
                <a:ea typeface="Manrope Medium"/>
                <a:cs typeface="Manrope Medium"/>
                <a:sym typeface="Manrope Medium"/>
              </a:defRPr>
            </a:lvl3pPr>
            <a:lvl4pPr marL="1828800" lvl="3" indent="-317500" algn="ctr">
              <a:spcBef>
                <a:spcPts val="0"/>
              </a:spcBef>
              <a:spcAft>
                <a:spcPts val="0"/>
              </a:spcAft>
              <a:buSzPts val="1400"/>
              <a:buFont typeface="Manrope Medium"/>
              <a:buChar char="●"/>
              <a:defRPr>
                <a:latin typeface="Manrope Medium"/>
                <a:ea typeface="Manrope Medium"/>
                <a:cs typeface="Manrope Medium"/>
                <a:sym typeface="Manrope Medium"/>
              </a:defRPr>
            </a:lvl4pPr>
            <a:lvl5pPr marL="2286000" lvl="4" indent="-317500" algn="ctr">
              <a:spcBef>
                <a:spcPts val="0"/>
              </a:spcBef>
              <a:spcAft>
                <a:spcPts val="0"/>
              </a:spcAft>
              <a:buSzPts val="1400"/>
              <a:buFont typeface="Manrope Medium"/>
              <a:buChar char="○"/>
              <a:defRPr>
                <a:latin typeface="Manrope Medium"/>
                <a:ea typeface="Manrope Medium"/>
                <a:cs typeface="Manrope Medium"/>
                <a:sym typeface="Manrope Medium"/>
              </a:defRPr>
            </a:lvl5pPr>
            <a:lvl6pPr marL="2743200" lvl="5" indent="-317500" algn="ctr">
              <a:spcBef>
                <a:spcPts val="0"/>
              </a:spcBef>
              <a:spcAft>
                <a:spcPts val="0"/>
              </a:spcAft>
              <a:buSzPts val="1400"/>
              <a:buFont typeface="Manrope Medium"/>
              <a:buChar char="■"/>
              <a:defRPr>
                <a:latin typeface="Manrope Medium"/>
                <a:ea typeface="Manrope Medium"/>
                <a:cs typeface="Manrope Medium"/>
                <a:sym typeface="Manrope Medium"/>
              </a:defRPr>
            </a:lvl6pPr>
            <a:lvl7pPr marL="3200400" lvl="6" indent="-317500" algn="ctr">
              <a:spcBef>
                <a:spcPts val="0"/>
              </a:spcBef>
              <a:spcAft>
                <a:spcPts val="0"/>
              </a:spcAft>
              <a:buSzPts val="1400"/>
              <a:buFont typeface="Manrope Medium"/>
              <a:buChar char="●"/>
              <a:defRPr>
                <a:latin typeface="Manrope Medium"/>
                <a:ea typeface="Manrope Medium"/>
                <a:cs typeface="Manrope Medium"/>
                <a:sym typeface="Manrope Medium"/>
              </a:defRPr>
            </a:lvl7pPr>
            <a:lvl8pPr marL="3657600" lvl="7" indent="-317500" algn="ctr">
              <a:spcBef>
                <a:spcPts val="0"/>
              </a:spcBef>
              <a:spcAft>
                <a:spcPts val="0"/>
              </a:spcAft>
              <a:buSzPts val="1400"/>
              <a:buFont typeface="Manrope Medium"/>
              <a:buChar char="○"/>
              <a:defRPr>
                <a:latin typeface="Manrope Medium"/>
                <a:ea typeface="Manrope Medium"/>
                <a:cs typeface="Manrope Medium"/>
                <a:sym typeface="Manrope Medium"/>
              </a:defRPr>
            </a:lvl8pPr>
            <a:lvl9pPr marL="4114800" lvl="8" indent="-317500" algn="ctr">
              <a:spcBef>
                <a:spcPts val="0"/>
              </a:spcBef>
              <a:spcAft>
                <a:spcPts val="0"/>
              </a:spcAft>
              <a:buSzPts val="1400"/>
              <a:buFont typeface="Manrope Medium"/>
              <a:buChar char="■"/>
              <a:defRPr>
                <a:latin typeface="Manrope Medium"/>
                <a:ea typeface="Manrope Medium"/>
                <a:cs typeface="Manrope Medium"/>
                <a:sym typeface="Manrope Medium"/>
              </a:defRPr>
            </a:lvl9pPr>
          </a:lstStyle>
          <a:p>
            <a:endParaRPr/>
          </a:p>
        </p:txBody>
      </p:sp>
      <p:sp>
        <p:nvSpPr>
          <p:cNvPr id="228" name="Google Shape;228;p8"/>
          <p:cNvSpPr txBox="1">
            <a:spLocks noGrp="1"/>
          </p:cNvSpPr>
          <p:nvPr>
            <p:ph type="body" idx="3"/>
          </p:nvPr>
        </p:nvSpPr>
        <p:spPr>
          <a:xfrm rot="131721">
            <a:off x="5123776" y="3854495"/>
            <a:ext cx="3281408" cy="616356"/>
          </a:xfrm>
          <a:prstGeom prst="rect">
            <a:avLst/>
          </a:prstGeom>
        </p:spPr>
        <p:txBody>
          <a:bodyPr spcFirstLastPara="1" wrap="square" lIns="91425" tIns="91425" rIns="91425" bIns="91425" anchor="ctr" anchorCtr="0">
            <a:spAutoFit/>
          </a:bodyPr>
          <a:lstStyle>
            <a:lvl1pPr marL="457200" lvl="0" indent="-304800" algn="ctr">
              <a:spcBef>
                <a:spcPts val="0"/>
              </a:spcBef>
              <a:spcAft>
                <a:spcPts val="0"/>
              </a:spcAft>
              <a:buSzPts val="1200"/>
              <a:buFont typeface="Manrope Medium"/>
              <a:buChar char="●"/>
              <a:defRPr>
                <a:latin typeface="Manrope Medium"/>
                <a:ea typeface="Manrope Medium"/>
                <a:cs typeface="Manrope Medium"/>
                <a:sym typeface="Manrope Medium"/>
              </a:defRPr>
            </a:lvl1pPr>
            <a:lvl2pPr marL="914400" lvl="1" indent="-304800" algn="ctr">
              <a:spcBef>
                <a:spcPts val="800"/>
              </a:spcBef>
              <a:spcAft>
                <a:spcPts val="0"/>
              </a:spcAft>
              <a:buSzPts val="1200"/>
              <a:buFont typeface="Manrope Medium"/>
              <a:buChar char="○"/>
              <a:defRPr>
                <a:latin typeface="Manrope Medium"/>
                <a:ea typeface="Manrope Medium"/>
                <a:cs typeface="Manrope Medium"/>
                <a:sym typeface="Manrope Medium"/>
              </a:defRPr>
            </a:lvl2pPr>
            <a:lvl3pPr marL="1371600" lvl="2" indent="-304800" algn="ctr">
              <a:spcBef>
                <a:spcPts val="800"/>
              </a:spcBef>
              <a:spcAft>
                <a:spcPts val="0"/>
              </a:spcAft>
              <a:buSzPts val="1200"/>
              <a:buFont typeface="Manrope Medium"/>
              <a:buChar char="■"/>
              <a:defRPr>
                <a:latin typeface="Manrope Medium"/>
                <a:ea typeface="Manrope Medium"/>
                <a:cs typeface="Manrope Medium"/>
                <a:sym typeface="Manrope Medium"/>
              </a:defRPr>
            </a:lvl3pPr>
            <a:lvl4pPr marL="1828800" lvl="3" indent="-304800" algn="ctr">
              <a:spcBef>
                <a:spcPts val="800"/>
              </a:spcBef>
              <a:spcAft>
                <a:spcPts val="0"/>
              </a:spcAft>
              <a:buSzPts val="1200"/>
              <a:buFont typeface="Manrope Medium"/>
              <a:buChar char="●"/>
              <a:defRPr>
                <a:latin typeface="Manrope Medium"/>
                <a:ea typeface="Manrope Medium"/>
                <a:cs typeface="Manrope Medium"/>
                <a:sym typeface="Manrope Medium"/>
              </a:defRPr>
            </a:lvl4pPr>
            <a:lvl5pPr marL="2286000" lvl="4" indent="-304800" algn="ctr">
              <a:spcBef>
                <a:spcPts val="800"/>
              </a:spcBef>
              <a:spcAft>
                <a:spcPts val="0"/>
              </a:spcAft>
              <a:buSzPts val="1200"/>
              <a:buFont typeface="Manrope Medium"/>
              <a:buChar char="○"/>
              <a:defRPr>
                <a:latin typeface="Manrope Medium"/>
                <a:ea typeface="Manrope Medium"/>
                <a:cs typeface="Manrope Medium"/>
                <a:sym typeface="Manrope Medium"/>
              </a:defRPr>
            </a:lvl5pPr>
            <a:lvl6pPr marL="2743200" lvl="5" indent="-304800" algn="ctr">
              <a:spcBef>
                <a:spcPts val="800"/>
              </a:spcBef>
              <a:spcAft>
                <a:spcPts val="0"/>
              </a:spcAft>
              <a:buSzPts val="1200"/>
              <a:buFont typeface="Manrope Medium"/>
              <a:buChar char="■"/>
              <a:defRPr>
                <a:latin typeface="Manrope Medium"/>
                <a:ea typeface="Manrope Medium"/>
                <a:cs typeface="Manrope Medium"/>
                <a:sym typeface="Manrope Medium"/>
              </a:defRPr>
            </a:lvl6pPr>
            <a:lvl7pPr marL="3200400" lvl="6" indent="-304800" algn="ctr">
              <a:spcBef>
                <a:spcPts val="800"/>
              </a:spcBef>
              <a:spcAft>
                <a:spcPts val="0"/>
              </a:spcAft>
              <a:buSzPts val="1200"/>
              <a:buFont typeface="Manrope Medium"/>
              <a:buChar char="●"/>
              <a:defRPr>
                <a:latin typeface="Manrope Medium"/>
                <a:ea typeface="Manrope Medium"/>
                <a:cs typeface="Manrope Medium"/>
                <a:sym typeface="Manrope Medium"/>
              </a:defRPr>
            </a:lvl7pPr>
            <a:lvl8pPr marL="3657600" lvl="7" indent="-304800" algn="ctr">
              <a:spcBef>
                <a:spcPts val="800"/>
              </a:spcBef>
              <a:spcAft>
                <a:spcPts val="0"/>
              </a:spcAft>
              <a:buSzPts val="1200"/>
              <a:buFont typeface="Manrope Medium"/>
              <a:buChar char="○"/>
              <a:defRPr>
                <a:latin typeface="Manrope Medium"/>
                <a:ea typeface="Manrope Medium"/>
                <a:cs typeface="Manrope Medium"/>
                <a:sym typeface="Manrope Medium"/>
              </a:defRPr>
            </a:lvl8pPr>
            <a:lvl9pPr marL="4114800" lvl="8" indent="-30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body and image 2">
  <p:cSld name="BLANK_1_1_1_1_1_1_1_1_1_1_1_1_2_1">
    <p:bg>
      <p:bgPr>
        <a:solidFill>
          <a:schemeClr val="lt1"/>
        </a:solidFill>
        <a:effectLst/>
      </p:bgPr>
    </p:bg>
    <p:spTree>
      <p:nvGrpSpPr>
        <p:cNvPr id="1" name="Shape 229"/>
        <p:cNvGrpSpPr/>
        <p:nvPr/>
      </p:nvGrpSpPr>
      <p:grpSpPr>
        <a:xfrm>
          <a:off x="0" y="0"/>
          <a:ext cx="0" cy="0"/>
          <a:chOff x="0" y="0"/>
          <a:chExt cx="0" cy="0"/>
        </a:xfrm>
      </p:grpSpPr>
      <p:sp>
        <p:nvSpPr>
          <p:cNvPr id="230" name="Google Shape;230;p9"/>
          <p:cNvSpPr/>
          <p:nvPr/>
        </p:nvSpPr>
        <p:spPr>
          <a:xfrm rot="482751">
            <a:off x="407815" y="419618"/>
            <a:ext cx="3577314" cy="430840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31" name="Google Shape;231;p9"/>
          <p:cNvSpPr>
            <a:spLocks noGrp="1"/>
          </p:cNvSpPr>
          <p:nvPr>
            <p:ph type="pic" idx="2"/>
          </p:nvPr>
        </p:nvSpPr>
        <p:spPr>
          <a:xfrm>
            <a:off x="4372975" y="2050"/>
            <a:ext cx="4778400" cy="5143500"/>
          </a:xfrm>
          <a:prstGeom prst="rect">
            <a:avLst/>
          </a:prstGeom>
          <a:noFill/>
          <a:ln>
            <a:noFill/>
          </a:ln>
        </p:spPr>
      </p:sp>
      <p:sp>
        <p:nvSpPr>
          <p:cNvPr id="232" name="Google Shape;232;p9"/>
          <p:cNvSpPr/>
          <p:nvPr/>
        </p:nvSpPr>
        <p:spPr>
          <a:xfrm rot="-98716">
            <a:off x="327421" y="293858"/>
            <a:ext cx="3782459" cy="4555878"/>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33" name="Google Shape;233;p9"/>
          <p:cNvSpPr txBox="1">
            <a:spLocks noGrp="1"/>
          </p:cNvSpPr>
          <p:nvPr>
            <p:ph type="title"/>
          </p:nvPr>
        </p:nvSpPr>
        <p:spPr>
          <a:xfrm rot="-108624">
            <a:off x="673475" y="530154"/>
            <a:ext cx="3038717" cy="61381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a:endParaRPr/>
          </a:p>
        </p:txBody>
      </p:sp>
      <p:sp>
        <p:nvSpPr>
          <p:cNvPr id="234" name="Google Shape;234;p9"/>
          <p:cNvSpPr txBox="1">
            <a:spLocks noGrp="1"/>
          </p:cNvSpPr>
          <p:nvPr>
            <p:ph type="body" idx="1"/>
          </p:nvPr>
        </p:nvSpPr>
        <p:spPr>
          <a:xfrm rot="-131721" flipH="1">
            <a:off x="577990" y="3865770"/>
            <a:ext cx="3281408" cy="616356"/>
          </a:xfrm>
          <a:prstGeom prst="rect">
            <a:avLst/>
          </a:prstGeom>
        </p:spPr>
        <p:txBody>
          <a:bodyPr spcFirstLastPara="1" wrap="square" lIns="91425" tIns="91425" rIns="91425" bIns="91425" anchor="ctr" anchorCtr="0">
            <a:spAutoFit/>
          </a:bodyPr>
          <a:lstStyle>
            <a:lvl1pPr marL="457200" lvl="0" indent="-304800" algn="ctr">
              <a:spcBef>
                <a:spcPts val="0"/>
              </a:spcBef>
              <a:spcAft>
                <a:spcPts val="0"/>
              </a:spcAft>
              <a:buSzPts val="1200"/>
              <a:buFont typeface="Manrope Medium"/>
              <a:buChar char="●"/>
              <a:defRPr>
                <a:latin typeface="Manrope Medium"/>
                <a:ea typeface="Manrope Medium"/>
                <a:cs typeface="Manrope Medium"/>
                <a:sym typeface="Manrope Medium"/>
              </a:defRPr>
            </a:lvl1pPr>
            <a:lvl2pPr marL="914400" lvl="1" indent="-304800" algn="ctr">
              <a:spcBef>
                <a:spcPts val="800"/>
              </a:spcBef>
              <a:spcAft>
                <a:spcPts val="0"/>
              </a:spcAft>
              <a:buSzPts val="1200"/>
              <a:buFont typeface="Manrope Medium"/>
              <a:buChar char="○"/>
              <a:defRPr>
                <a:latin typeface="Manrope Medium"/>
                <a:ea typeface="Manrope Medium"/>
                <a:cs typeface="Manrope Medium"/>
                <a:sym typeface="Manrope Medium"/>
              </a:defRPr>
            </a:lvl2pPr>
            <a:lvl3pPr marL="1371600" lvl="2" indent="-304800" algn="ctr">
              <a:spcBef>
                <a:spcPts val="800"/>
              </a:spcBef>
              <a:spcAft>
                <a:spcPts val="0"/>
              </a:spcAft>
              <a:buSzPts val="1200"/>
              <a:buFont typeface="Manrope Medium"/>
              <a:buChar char="■"/>
              <a:defRPr>
                <a:latin typeface="Manrope Medium"/>
                <a:ea typeface="Manrope Medium"/>
                <a:cs typeface="Manrope Medium"/>
                <a:sym typeface="Manrope Medium"/>
              </a:defRPr>
            </a:lvl3pPr>
            <a:lvl4pPr marL="1828800" lvl="3" indent="-304800" algn="ctr">
              <a:spcBef>
                <a:spcPts val="800"/>
              </a:spcBef>
              <a:spcAft>
                <a:spcPts val="0"/>
              </a:spcAft>
              <a:buSzPts val="1200"/>
              <a:buFont typeface="Manrope Medium"/>
              <a:buChar char="●"/>
              <a:defRPr>
                <a:latin typeface="Manrope Medium"/>
                <a:ea typeface="Manrope Medium"/>
                <a:cs typeface="Manrope Medium"/>
                <a:sym typeface="Manrope Medium"/>
              </a:defRPr>
            </a:lvl4pPr>
            <a:lvl5pPr marL="2286000" lvl="4" indent="-304800" algn="ctr">
              <a:spcBef>
                <a:spcPts val="800"/>
              </a:spcBef>
              <a:spcAft>
                <a:spcPts val="0"/>
              </a:spcAft>
              <a:buSzPts val="1200"/>
              <a:buFont typeface="Manrope Medium"/>
              <a:buChar char="○"/>
              <a:defRPr>
                <a:latin typeface="Manrope Medium"/>
                <a:ea typeface="Manrope Medium"/>
                <a:cs typeface="Manrope Medium"/>
                <a:sym typeface="Manrope Medium"/>
              </a:defRPr>
            </a:lvl5pPr>
            <a:lvl6pPr marL="2743200" lvl="5" indent="-304800" algn="ctr">
              <a:spcBef>
                <a:spcPts val="800"/>
              </a:spcBef>
              <a:spcAft>
                <a:spcPts val="0"/>
              </a:spcAft>
              <a:buSzPts val="1200"/>
              <a:buFont typeface="Manrope Medium"/>
              <a:buChar char="■"/>
              <a:defRPr>
                <a:latin typeface="Manrope Medium"/>
                <a:ea typeface="Manrope Medium"/>
                <a:cs typeface="Manrope Medium"/>
                <a:sym typeface="Manrope Medium"/>
              </a:defRPr>
            </a:lvl6pPr>
            <a:lvl7pPr marL="3200400" lvl="6" indent="-304800" algn="ctr">
              <a:spcBef>
                <a:spcPts val="800"/>
              </a:spcBef>
              <a:spcAft>
                <a:spcPts val="0"/>
              </a:spcAft>
              <a:buSzPts val="1200"/>
              <a:buFont typeface="Manrope Medium"/>
              <a:buChar char="●"/>
              <a:defRPr>
                <a:latin typeface="Manrope Medium"/>
                <a:ea typeface="Manrope Medium"/>
                <a:cs typeface="Manrope Medium"/>
                <a:sym typeface="Manrope Medium"/>
              </a:defRPr>
            </a:lvl7pPr>
            <a:lvl8pPr marL="3657600" lvl="7" indent="-304800" algn="ctr">
              <a:spcBef>
                <a:spcPts val="800"/>
              </a:spcBef>
              <a:spcAft>
                <a:spcPts val="0"/>
              </a:spcAft>
              <a:buSzPts val="1200"/>
              <a:buFont typeface="Manrope Medium"/>
              <a:buChar char="○"/>
              <a:defRPr>
                <a:latin typeface="Manrope Medium"/>
                <a:ea typeface="Manrope Medium"/>
                <a:cs typeface="Manrope Medium"/>
                <a:sym typeface="Manrope Medium"/>
              </a:defRPr>
            </a:lvl8pPr>
            <a:lvl9pPr marL="4114800" lvl="8" indent="-30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body and image 3">
  <p:cSld name="BLANK_1_1_1_1_1_1_1_1_1_1_1_1_2">
    <p:bg>
      <p:bgPr>
        <a:solidFill>
          <a:schemeClr val="lt1"/>
        </a:solidFill>
        <a:effectLst/>
      </p:bgPr>
    </p:bg>
    <p:spTree>
      <p:nvGrpSpPr>
        <p:cNvPr id="1" name="Shape 235"/>
        <p:cNvGrpSpPr/>
        <p:nvPr/>
      </p:nvGrpSpPr>
      <p:grpSpPr>
        <a:xfrm>
          <a:off x="0" y="0"/>
          <a:ext cx="0" cy="0"/>
          <a:chOff x="0" y="0"/>
          <a:chExt cx="0" cy="0"/>
        </a:xfrm>
      </p:grpSpPr>
      <p:sp>
        <p:nvSpPr>
          <p:cNvPr id="236" name="Google Shape;236;p10"/>
          <p:cNvSpPr/>
          <p:nvPr/>
        </p:nvSpPr>
        <p:spPr>
          <a:xfrm rot="-300782">
            <a:off x="5105280" y="419634"/>
            <a:ext cx="3577384" cy="4308283"/>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37" name="Google Shape;237;p10"/>
          <p:cNvSpPr>
            <a:spLocks noGrp="1"/>
          </p:cNvSpPr>
          <p:nvPr>
            <p:ph type="pic" idx="2"/>
          </p:nvPr>
        </p:nvSpPr>
        <p:spPr>
          <a:xfrm>
            <a:off x="2050" y="2050"/>
            <a:ext cx="4778400" cy="5143500"/>
          </a:xfrm>
          <a:prstGeom prst="rect">
            <a:avLst/>
          </a:prstGeom>
          <a:noFill/>
          <a:ln>
            <a:noFill/>
          </a:ln>
        </p:spPr>
      </p:sp>
      <p:sp>
        <p:nvSpPr>
          <p:cNvPr id="238" name="Google Shape;238;p10"/>
          <p:cNvSpPr/>
          <p:nvPr/>
        </p:nvSpPr>
        <p:spPr>
          <a:xfrm rot="134178">
            <a:off x="5002660" y="293903"/>
            <a:ext cx="3782581" cy="4555675"/>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39" name="Google Shape;239;p10"/>
          <p:cNvSpPr txBox="1">
            <a:spLocks noGrp="1"/>
          </p:cNvSpPr>
          <p:nvPr>
            <p:ph type="body" idx="1"/>
          </p:nvPr>
        </p:nvSpPr>
        <p:spPr>
          <a:xfrm rot="119438">
            <a:off x="5194650" y="1261934"/>
            <a:ext cx="3281881" cy="2287382"/>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Font typeface="Manrope Medium"/>
              <a:buChar char="●"/>
              <a:defRPr>
                <a:latin typeface="Manrope Medium"/>
                <a:ea typeface="Manrope Medium"/>
                <a:cs typeface="Manrope Medium"/>
                <a:sym typeface="Manrope Medium"/>
              </a:defRPr>
            </a:lvl1pPr>
            <a:lvl2pPr marL="914400" lvl="1" indent="-317500" algn="ctr">
              <a:spcBef>
                <a:spcPts val="0"/>
              </a:spcBef>
              <a:spcAft>
                <a:spcPts val="0"/>
              </a:spcAft>
              <a:buSzPts val="1400"/>
              <a:buFont typeface="Manrope Medium"/>
              <a:buChar char="○"/>
              <a:defRPr>
                <a:latin typeface="Manrope Medium"/>
                <a:ea typeface="Manrope Medium"/>
                <a:cs typeface="Manrope Medium"/>
                <a:sym typeface="Manrope Medium"/>
              </a:defRPr>
            </a:lvl2pPr>
            <a:lvl3pPr marL="1371600" lvl="2" indent="-317500" algn="ctr">
              <a:spcBef>
                <a:spcPts val="0"/>
              </a:spcBef>
              <a:spcAft>
                <a:spcPts val="0"/>
              </a:spcAft>
              <a:buSzPts val="1400"/>
              <a:buFont typeface="Manrope Medium"/>
              <a:buChar char="■"/>
              <a:defRPr>
                <a:latin typeface="Manrope Medium"/>
                <a:ea typeface="Manrope Medium"/>
                <a:cs typeface="Manrope Medium"/>
                <a:sym typeface="Manrope Medium"/>
              </a:defRPr>
            </a:lvl3pPr>
            <a:lvl4pPr marL="1828800" lvl="3" indent="-317500" algn="ctr">
              <a:spcBef>
                <a:spcPts val="0"/>
              </a:spcBef>
              <a:spcAft>
                <a:spcPts val="0"/>
              </a:spcAft>
              <a:buSzPts val="1400"/>
              <a:buFont typeface="Manrope Medium"/>
              <a:buChar char="●"/>
              <a:defRPr>
                <a:latin typeface="Manrope Medium"/>
                <a:ea typeface="Manrope Medium"/>
                <a:cs typeface="Manrope Medium"/>
                <a:sym typeface="Manrope Medium"/>
              </a:defRPr>
            </a:lvl4pPr>
            <a:lvl5pPr marL="2286000" lvl="4" indent="-317500" algn="ctr">
              <a:spcBef>
                <a:spcPts val="0"/>
              </a:spcBef>
              <a:spcAft>
                <a:spcPts val="0"/>
              </a:spcAft>
              <a:buSzPts val="1400"/>
              <a:buFont typeface="Manrope Medium"/>
              <a:buChar char="○"/>
              <a:defRPr>
                <a:latin typeface="Manrope Medium"/>
                <a:ea typeface="Manrope Medium"/>
                <a:cs typeface="Manrope Medium"/>
                <a:sym typeface="Manrope Medium"/>
              </a:defRPr>
            </a:lvl5pPr>
            <a:lvl6pPr marL="2743200" lvl="5" indent="-317500" algn="ctr">
              <a:spcBef>
                <a:spcPts val="0"/>
              </a:spcBef>
              <a:spcAft>
                <a:spcPts val="0"/>
              </a:spcAft>
              <a:buSzPts val="1400"/>
              <a:buFont typeface="Manrope Medium"/>
              <a:buChar char="■"/>
              <a:defRPr>
                <a:latin typeface="Manrope Medium"/>
                <a:ea typeface="Manrope Medium"/>
                <a:cs typeface="Manrope Medium"/>
                <a:sym typeface="Manrope Medium"/>
              </a:defRPr>
            </a:lvl6pPr>
            <a:lvl7pPr marL="3200400" lvl="6" indent="-317500" algn="ctr">
              <a:spcBef>
                <a:spcPts val="0"/>
              </a:spcBef>
              <a:spcAft>
                <a:spcPts val="0"/>
              </a:spcAft>
              <a:buSzPts val="1400"/>
              <a:buFont typeface="Manrope Medium"/>
              <a:buChar char="●"/>
              <a:defRPr>
                <a:latin typeface="Manrope Medium"/>
                <a:ea typeface="Manrope Medium"/>
                <a:cs typeface="Manrope Medium"/>
                <a:sym typeface="Manrope Medium"/>
              </a:defRPr>
            </a:lvl7pPr>
            <a:lvl8pPr marL="3657600" lvl="7" indent="-317500" algn="ctr">
              <a:spcBef>
                <a:spcPts val="0"/>
              </a:spcBef>
              <a:spcAft>
                <a:spcPts val="0"/>
              </a:spcAft>
              <a:buSzPts val="1400"/>
              <a:buFont typeface="Manrope Medium"/>
              <a:buChar char="○"/>
              <a:defRPr>
                <a:latin typeface="Manrope Medium"/>
                <a:ea typeface="Manrope Medium"/>
                <a:cs typeface="Manrope Medium"/>
                <a:sym typeface="Manrope Medium"/>
              </a:defRPr>
            </a:lvl8pPr>
            <a:lvl9pPr marL="4114800" lvl="8" indent="-317500" algn="ctr">
              <a:spcBef>
                <a:spcPts val="0"/>
              </a:spcBef>
              <a:spcAft>
                <a:spcPts val="0"/>
              </a:spcAft>
              <a:buSzPts val="1400"/>
              <a:buFont typeface="Manrope Medium"/>
              <a:buChar char="■"/>
              <a:defRPr>
                <a:latin typeface="Manrope Medium"/>
                <a:ea typeface="Manrope Medium"/>
                <a:cs typeface="Manrope Medium"/>
                <a:sym typeface="Manrope Medium"/>
              </a:defRPr>
            </a:lvl9pPr>
          </a:lstStyle>
          <a:p>
            <a:endParaRPr/>
          </a:p>
        </p:txBody>
      </p:sp>
      <p:sp>
        <p:nvSpPr>
          <p:cNvPr id="240" name="Google Shape;240;p10"/>
          <p:cNvSpPr txBox="1">
            <a:spLocks noGrp="1"/>
          </p:cNvSpPr>
          <p:nvPr>
            <p:ph type="title"/>
          </p:nvPr>
        </p:nvSpPr>
        <p:spPr>
          <a:xfrm rot="124275">
            <a:off x="5368207" y="536624"/>
            <a:ext cx="3037985" cy="614501"/>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a:endParaRPr/>
          </a:p>
        </p:txBody>
      </p:sp>
      <p:sp>
        <p:nvSpPr>
          <p:cNvPr id="241" name="Google Shape;241;p10"/>
          <p:cNvSpPr txBox="1">
            <a:spLocks noGrp="1"/>
          </p:cNvSpPr>
          <p:nvPr>
            <p:ph type="body" idx="3"/>
          </p:nvPr>
        </p:nvSpPr>
        <p:spPr>
          <a:xfrm rot="131721">
            <a:off x="5123776" y="3854495"/>
            <a:ext cx="3281408" cy="616356"/>
          </a:xfrm>
          <a:prstGeom prst="rect">
            <a:avLst/>
          </a:prstGeom>
        </p:spPr>
        <p:txBody>
          <a:bodyPr spcFirstLastPara="1" wrap="square" lIns="91425" tIns="91425" rIns="91425" bIns="91425" anchor="ctr" anchorCtr="0">
            <a:spAutoFit/>
          </a:bodyPr>
          <a:lstStyle>
            <a:lvl1pPr marL="457200" lvl="0" indent="-304800" algn="ctr">
              <a:spcBef>
                <a:spcPts val="0"/>
              </a:spcBef>
              <a:spcAft>
                <a:spcPts val="0"/>
              </a:spcAft>
              <a:buSzPts val="1200"/>
              <a:buFont typeface="Manrope Medium"/>
              <a:buChar char="●"/>
              <a:defRPr>
                <a:latin typeface="Manrope Medium"/>
                <a:ea typeface="Manrope Medium"/>
                <a:cs typeface="Manrope Medium"/>
                <a:sym typeface="Manrope Medium"/>
              </a:defRPr>
            </a:lvl1pPr>
            <a:lvl2pPr marL="914400" lvl="1" indent="-304800" algn="ctr">
              <a:spcBef>
                <a:spcPts val="800"/>
              </a:spcBef>
              <a:spcAft>
                <a:spcPts val="0"/>
              </a:spcAft>
              <a:buSzPts val="1200"/>
              <a:buFont typeface="Manrope Medium"/>
              <a:buChar char="○"/>
              <a:defRPr>
                <a:latin typeface="Manrope Medium"/>
                <a:ea typeface="Manrope Medium"/>
                <a:cs typeface="Manrope Medium"/>
                <a:sym typeface="Manrope Medium"/>
              </a:defRPr>
            </a:lvl2pPr>
            <a:lvl3pPr marL="1371600" lvl="2" indent="-304800" algn="ctr">
              <a:spcBef>
                <a:spcPts val="800"/>
              </a:spcBef>
              <a:spcAft>
                <a:spcPts val="0"/>
              </a:spcAft>
              <a:buSzPts val="1200"/>
              <a:buFont typeface="Manrope Medium"/>
              <a:buChar char="■"/>
              <a:defRPr>
                <a:latin typeface="Manrope Medium"/>
                <a:ea typeface="Manrope Medium"/>
                <a:cs typeface="Manrope Medium"/>
                <a:sym typeface="Manrope Medium"/>
              </a:defRPr>
            </a:lvl3pPr>
            <a:lvl4pPr marL="1828800" lvl="3" indent="-304800" algn="ctr">
              <a:spcBef>
                <a:spcPts val="800"/>
              </a:spcBef>
              <a:spcAft>
                <a:spcPts val="0"/>
              </a:spcAft>
              <a:buSzPts val="1200"/>
              <a:buFont typeface="Manrope Medium"/>
              <a:buChar char="●"/>
              <a:defRPr>
                <a:latin typeface="Manrope Medium"/>
                <a:ea typeface="Manrope Medium"/>
                <a:cs typeface="Manrope Medium"/>
                <a:sym typeface="Manrope Medium"/>
              </a:defRPr>
            </a:lvl4pPr>
            <a:lvl5pPr marL="2286000" lvl="4" indent="-304800" algn="ctr">
              <a:spcBef>
                <a:spcPts val="800"/>
              </a:spcBef>
              <a:spcAft>
                <a:spcPts val="0"/>
              </a:spcAft>
              <a:buSzPts val="1200"/>
              <a:buFont typeface="Manrope Medium"/>
              <a:buChar char="○"/>
              <a:defRPr>
                <a:latin typeface="Manrope Medium"/>
                <a:ea typeface="Manrope Medium"/>
                <a:cs typeface="Manrope Medium"/>
                <a:sym typeface="Manrope Medium"/>
              </a:defRPr>
            </a:lvl5pPr>
            <a:lvl6pPr marL="2743200" lvl="5" indent="-304800" algn="ctr">
              <a:spcBef>
                <a:spcPts val="800"/>
              </a:spcBef>
              <a:spcAft>
                <a:spcPts val="0"/>
              </a:spcAft>
              <a:buSzPts val="1200"/>
              <a:buFont typeface="Manrope Medium"/>
              <a:buChar char="■"/>
              <a:defRPr>
                <a:latin typeface="Manrope Medium"/>
                <a:ea typeface="Manrope Medium"/>
                <a:cs typeface="Manrope Medium"/>
                <a:sym typeface="Manrope Medium"/>
              </a:defRPr>
            </a:lvl6pPr>
            <a:lvl7pPr marL="3200400" lvl="6" indent="-304800" algn="ctr">
              <a:spcBef>
                <a:spcPts val="800"/>
              </a:spcBef>
              <a:spcAft>
                <a:spcPts val="0"/>
              </a:spcAft>
              <a:buSzPts val="1200"/>
              <a:buFont typeface="Manrope Medium"/>
              <a:buChar char="●"/>
              <a:defRPr>
                <a:latin typeface="Manrope Medium"/>
                <a:ea typeface="Manrope Medium"/>
                <a:cs typeface="Manrope Medium"/>
                <a:sym typeface="Manrope Medium"/>
              </a:defRPr>
            </a:lvl7pPr>
            <a:lvl8pPr marL="3657600" lvl="7" indent="-304800" algn="ctr">
              <a:spcBef>
                <a:spcPts val="800"/>
              </a:spcBef>
              <a:spcAft>
                <a:spcPts val="0"/>
              </a:spcAft>
              <a:buSzPts val="1200"/>
              <a:buFont typeface="Manrope Medium"/>
              <a:buChar char="○"/>
              <a:defRPr>
                <a:latin typeface="Manrope Medium"/>
                <a:ea typeface="Manrope Medium"/>
                <a:cs typeface="Manrope Medium"/>
                <a:sym typeface="Manrope Medium"/>
              </a:defRPr>
            </a:lvl8pPr>
            <a:lvl9pPr marL="4114800" lvl="8" indent="-30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Headline and Subtitle">
  <p:cSld name="CUSTOM_1_1_3_1">
    <p:spTree>
      <p:nvGrpSpPr>
        <p:cNvPr id="1" name="Shape 242"/>
        <p:cNvGrpSpPr/>
        <p:nvPr/>
      </p:nvGrpSpPr>
      <p:grpSpPr>
        <a:xfrm>
          <a:off x="0" y="0"/>
          <a:ext cx="0" cy="0"/>
          <a:chOff x="0" y="0"/>
          <a:chExt cx="0" cy="0"/>
        </a:xfrm>
      </p:grpSpPr>
      <p:grpSp>
        <p:nvGrpSpPr>
          <p:cNvPr id="243" name="Google Shape;243;p11"/>
          <p:cNvGrpSpPr/>
          <p:nvPr/>
        </p:nvGrpSpPr>
        <p:grpSpPr>
          <a:xfrm>
            <a:off x="392964" y="576950"/>
            <a:ext cx="8764835" cy="4114800"/>
            <a:chOff x="374175" y="576950"/>
            <a:chExt cx="8783280" cy="4114800"/>
          </a:xfrm>
        </p:grpSpPr>
        <p:cxnSp>
          <p:nvCxnSpPr>
            <p:cNvPr id="244" name="Google Shape;244;p11"/>
            <p:cNvCxnSpPr/>
            <p:nvPr/>
          </p:nvCxnSpPr>
          <p:spPr>
            <a:xfrm>
              <a:off x="374175" y="576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245" name="Google Shape;245;p11"/>
            <p:cNvCxnSpPr/>
            <p:nvPr/>
          </p:nvCxnSpPr>
          <p:spPr>
            <a:xfrm>
              <a:off x="380655" y="1110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246" name="Google Shape;246;p11"/>
            <p:cNvCxnSpPr/>
            <p:nvPr/>
          </p:nvCxnSpPr>
          <p:spPr>
            <a:xfrm>
              <a:off x="380655" y="16437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247" name="Google Shape;247;p11"/>
            <p:cNvCxnSpPr/>
            <p:nvPr/>
          </p:nvCxnSpPr>
          <p:spPr>
            <a:xfrm>
              <a:off x="380655" y="2100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248" name="Google Shape;248;p11"/>
            <p:cNvCxnSpPr/>
            <p:nvPr/>
          </p:nvCxnSpPr>
          <p:spPr>
            <a:xfrm>
              <a:off x="380655" y="2634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249" name="Google Shape;249;p11"/>
            <p:cNvCxnSpPr/>
            <p:nvPr/>
          </p:nvCxnSpPr>
          <p:spPr>
            <a:xfrm>
              <a:off x="380655" y="31677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250" name="Google Shape;250;p11"/>
            <p:cNvCxnSpPr/>
            <p:nvPr/>
          </p:nvCxnSpPr>
          <p:spPr>
            <a:xfrm>
              <a:off x="380655" y="3624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251" name="Google Shape;251;p11"/>
            <p:cNvCxnSpPr/>
            <p:nvPr/>
          </p:nvCxnSpPr>
          <p:spPr>
            <a:xfrm>
              <a:off x="380655" y="4158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252" name="Google Shape;252;p11"/>
            <p:cNvCxnSpPr/>
            <p:nvPr/>
          </p:nvCxnSpPr>
          <p:spPr>
            <a:xfrm>
              <a:off x="380655" y="4691750"/>
              <a:ext cx="8776800" cy="0"/>
            </a:xfrm>
            <a:prstGeom prst="straightConnector1">
              <a:avLst/>
            </a:prstGeom>
            <a:noFill/>
            <a:ln w="9525" cap="flat" cmpd="sng">
              <a:solidFill>
                <a:schemeClr val="accent5"/>
              </a:solidFill>
              <a:prstDash val="solid"/>
              <a:round/>
              <a:headEnd type="none" w="sm" len="sm"/>
              <a:tailEnd type="none" w="sm" len="sm"/>
            </a:ln>
          </p:spPr>
        </p:cxnSp>
      </p:grpSp>
      <p:cxnSp>
        <p:nvCxnSpPr>
          <p:cNvPr id="253" name="Google Shape;253;p11"/>
          <p:cNvCxnSpPr/>
          <p:nvPr/>
        </p:nvCxnSpPr>
        <p:spPr>
          <a:xfrm>
            <a:off x="392950" y="-20266"/>
            <a:ext cx="0" cy="5165700"/>
          </a:xfrm>
          <a:prstGeom prst="straightConnector1">
            <a:avLst/>
          </a:prstGeom>
          <a:noFill/>
          <a:ln w="9525" cap="flat" cmpd="sng">
            <a:solidFill>
              <a:schemeClr val="accent5"/>
            </a:solidFill>
            <a:prstDash val="solid"/>
            <a:round/>
            <a:headEnd type="none" w="sm" len="sm"/>
            <a:tailEnd type="none" w="sm" len="sm"/>
          </a:ln>
        </p:spPr>
      </p:cxnSp>
      <p:grpSp>
        <p:nvGrpSpPr>
          <p:cNvPr id="254" name="Google Shape;254;p11"/>
          <p:cNvGrpSpPr/>
          <p:nvPr/>
        </p:nvGrpSpPr>
        <p:grpSpPr>
          <a:xfrm>
            <a:off x="114406" y="175123"/>
            <a:ext cx="134104" cy="4750255"/>
            <a:chOff x="114406" y="175123"/>
            <a:chExt cx="134104" cy="4750255"/>
          </a:xfrm>
        </p:grpSpPr>
        <p:grpSp>
          <p:nvGrpSpPr>
            <p:cNvPr id="255" name="Google Shape;255;p11"/>
            <p:cNvGrpSpPr/>
            <p:nvPr/>
          </p:nvGrpSpPr>
          <p:grpSpPr>
            <a:xfrm>
              <a:off x="114406" y="175123"/>
              <a:ext cx="134104" cy="4334807"/>
              <a:chOff x="5432271" y="383100"/>
              <a:chExt cx="137854" cy="4456010"/>
            </a:xfrm>
          </p:grpSpPr>
          <p:grpSp>
            <p:nvGrpSpPr>
              <p:cNvPr id="256" name="Google Shape;256;p11"/>
              <p:cNvGrpSpPr/>
              <p:nvPr/>
            </p:nvGrpSpPr>
            <p:grpSpPr>
              <a:xfrm>
                <a:off x="5432271" y="383100"/>
                <a:ext cx="137854" cy="981668"/>
                <a:chOff x="5432271" y="383100"/>
                <a:chExt cx="137854" cy="981668"/>
              </a:xfrm>
            </p:grpSpPr>
            <p:sp>
              <p:nvSpPr>
                <p:cNvPr id="257" name="Google Shape;257;p11"/>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58" name="Google Shape;258;p11"/>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59" name="Google Shape;259;p11"/>
                <p:cNvSpPr/>
                <p:nvPr/>
              </p:nvSpPr>
              <p:spPr>
                <a:xfrm>
                  <a:off x="5433925" y="1233968"/>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260" name="Google Shape;260;p11"/>
              <p:cNvGrpSpPr/>
              <p:nvPr/>
            </p:nvGrpSpPr>
            <p:grpSpPr>
              <a:xfrm>
                <a:off x="5432271" y="1678500"/>
                <a:ext cx="137854" cy="981668"/>
                <a:chOff x="5432271" y="383100"/>
                <a:chExt cx="137854" cy="981668"/>
              </a:xfrm>
            </p:grpSpPr>
            <p:sp>
              <p:nvSpPr>
                <p:cNvPr id="261" name="Google Shape;261;p11"/>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62" name="Google Shape;262;p11"/>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63" name="Google Shape;263;p11"/>
                <p:cNvSpPr/>
                <p:nvPr/>
              </p:nvSpPr>
              <p:spPr>
                <a:xfrm>
                  <a:off x="5433925" y="1233968"/>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264" name="Google Shape;264;p11"/>
              <p:cNvGrpSpPr/>
              <p:nvPr/>
            </p:nvGrpSpPr>
            <p:grpSpPr>
              <a:xfrm>
                <a:off x="5432271" y="2973900"/>
                <a:ext cx="137854" cy="981668"/>
                <a:chOff x="5432271" y="383100"/>
                <a:chExt cx="137854" cy="981668"/>
              </a:xfrm>
            </p:grpSpPr>
            <p:sp>
              <p:nvSpPr>
                <p:cNvPr id="265" name="Google Shape;265;p11"/>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66" name="Google Shape;266;p11"/>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67" name="Google Shape;267;p11"/>
                <p:cNvSpPr/>
                <p:nvPr/>
              </p:nvSpPr>
              <p:spPr>
                <a:xfrm>
                  <a:off x="5433925" y="1233968"/>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268" name="Google Shape;268;p11"/>
              <p:cNvGrpSpPr/>
              <p:nvPr/>
            </p:nvGrpSpPr>
            <p:grpSpPr>
              <a:xfrm>
                <a:off x="5432271" y="4269300"/>
                <a:ext cx="137854" cy="569810"/>
                <a:chOff x="5432271" y="383100"/>
                <a:chExt cx="137854" cy="569810"/>
              </a:xfrm>
            </p:grpSpPr>
            <p:sp>
              <p:nvSpPr>
                <p:cNvPr id="269" name="Google Shape;269;p11"/>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70" name="Google Shape;270;p11"/>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sp>
          <p:nvSpPr>
            <p:cNvPr id="271" name="Google Shape;271;p11"/>
            <p:cNvSpPr/>
            <p:nvPr/>
          </p:nvSpPr>
          <p:spPr>
            <a:xfrm>
              <a:off x="115150" y="4798178"/>
              <a:ext cx="132600" cy="1272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sp>
        <p:nvSpPr>
          <p:cNvPr id="272" name="Google Shape;272;p11"/>
          <p:cNvSpPr txBox="1">
            <a:spLocks noGrp="1"/>
          </p:cNvSpPr>
          <p:nvPr>
            <p:ph type="subTitle" idx="1"/>
          </p:nvPr>
        </p:nvSpPr>
        <p:spPr>
          <a:xfrm>
            <a:off x="3063300" y="413950"/>
            <a:ext cx="2445000" cy="9111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3" name="Google Shape;273;p11"/>
          <p:cNvSpPr txBox="1">
            <a:spLocks noGrp="1"/>
          </p:cNvSpPr>
          <p:nvPr>
            <p:ph type="title"/>
          </p:nvPr>
        </p:nvSpPr>
        <p:spPr>
          <a:xfrm>
            <a:off x="513300" y="419950"/>
            <a:ext cx="2641500" cy="10158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Four big ideas">
  <p:cSld name="BLANK_1_1_1_1_1_1_1_1_1_1_1_1_1_1_1">
    <p:bg>
      <p:bgPr>
        <a:solidFill>
          <a:schemeClr val="lt1"/>
        </a:solidFill>
        <a:effectLst/>
      </p:bgPr>
    </p:bg>
    <p:spTree>
      <p:nvGrpSpPr>
        <p:cNvPr id="1" name="Shape 274"/>
        <p:cNvGrpSpPr/>
        <p:nvPr/>
      </p:nvGrpSpPr>
      <p:grpSpPr>
        <a:xfrm>
          <a:off x="0" y="0"/>
          <a:ext cx="0" cy="0"/>
          <a:chOff x="0" y="0"/>
          <a:chExt cx="0" cy="0"/>
        </a:xfrm>
      </p:grpSpPr>
      <p:sp>
        <p:nvSpPr>
          <p:cNvPr id="275" name="Google Shape;275;p12"/>
          <p:cNvSpPr txBox="1">
            <a:spLocks noGrp="1"/>
          </p:cNvSpPr>
          <p:nvPr>
            <p:ph type="body" idx="1"/>
          </p:nvPr>
        </p:nvSpPr>
        <p:spPr>
          <a:xfrm rot="-188853">
            <a:off x="683183" y="2219155"/>
            <a:ext cx="1890452" cy="1486342"/>
          </a:xfrm>
          <a:prstGeom prst="rect">
            <a:avLst/>
          </a:prstGeom>
        </p:spPr>
        <p:txBody>
          <a:bodyPr spcFirstLastPara="1" wrap="square" lIns="91425" tIns="91425" rIns="91425" bIns="91425" anchor="t" anchorCtr="0">
            <a:noAutofit/>
          </a:bodyPr>
          <a:lstStyle>
            <a:lvl1pPr marL="457200" lvl="0" indent="-2286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marL="914400" lvl="1" indent="-2921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marL="1371600" lvl="2"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marL="1828800" lvl="3"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marL="2286000" lvl="4"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marL="2743200" lvl="5"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marL="3200400" lvl="6"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marL="3657600" lvl="7"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marL="4114800" lvl="8"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a:endParaRPr/>
          </a:p>
        </p:txBody>
      </p:sp>
      <p:grpSp>
        <p:nvGrpSpPr>
          <p:cNvPr id="276" name="Google Shape;276;p12"/>
          <p:cNvGrpSpPr/>
          <p:nvPr/>
        </p:nvGrpSpPr>
        <p:grpSpPr>
          <a:xfrm>
            <a:off x="8663938" y="3954675"/>
            <a:ext cx="502925" cy="1209925"/>
            <a:chOff x="8642600" y="3954675"/>
            <a:chExt cx="502925" cy="1209925"/>
          </a:xfrm>
        </p:grpSpPr>
        <p:sp>
          <p:nvSpPr>
            <p:cNvPr id="277" name="Google Shape;277;p12"/>
            <p:cNvSpPr/>
            <p:nvPr/>
          </p:nvSpPr>
          <p:spPr>
            <a:xfrm>
              <a:off x="8642600" y="3954675"/>
              <a:ext cx="502925" cy="1196325"/>
            </a:xfrm>
            <a:custGeom>
              <a:avLst/>
              <a:gdLst/>
              <a:ahLst/>
              <a:cxnLst/>
              <a:rect l="l" t="t" r="r" b="b"/>
              <a:pathLst>
                <a:path w="20117" h="47853" extrusionOk="0">
                  <a:moveTo>
                    <a:pt x="20117" y="0"/>
                  </a:moveTo>
                  <a:lnTo>
                    <a:pt x="20117" y="47853"/>
                  </a:lnTo>
                  <a:lnTo>
                    <a:pt x="0" y="47853"/>
                  </a:lnTo>
                  <a:close/>
                </a:path>
              </a:pathLst>
            </a:custGeom>
            <a:solidFill>
              <a:schemeClr val="dk1"/>
            </a:solidFill>
            <a:ln>
              <a:noFill/>
            </a:ln>
          </p:spPr>
        </p:sp>
        <p:cxnSp>
          <p:nvCxnSpPr>
            <p:cNvPr id="278" name="Google Shape;278;p12"/>
            <p:cNvCxnSpPr/>
            <p:nvPr/>
          </p:nvCxnSpPr>
          <p:spPr>
            <a:xfrm flipH="1">
              <a:off x="8779700" y="4349200"/>
              <a:ext cx="358200" cy="815400"/>
            </a:xfrm>
            <a:prstGeom prst="straightConnector1">
              <a:avLst/>
            </a:prstGeom>
            <a:noFill/>
            <a:ln w="9525" cap="flat" cmpd="sng">
              <a:solidFill>
                <a:schemeClr val="lt1"/>
              </a:solidFill>
              <a:prstDash val="solid"/>
              <a:round/>
              <a:headEnd type="none" w="sm" len="sm"/>
              <a:tailEnd type="none" w="sm" len="sm"/>
            </a:ln>
          </p:spPr>
        </p:cxnSp>
      </p:grpSp>
      <p:sp>
        <p:nvSpPr>
          <p:cNvPr id="279" name="Google Shape;279;p12"/>
          <p:cNvSpPr txBox="1">
            <a:spLocks noGrp="1"/>
          </p:cNvSpPr>
          <p:nvPr>
            <p:ph type="body" idx="2"/>
          </p:nvPr>
        </p:nvSpPr>
        <p:spPr>
          <a:xfrm rot="124964">
            <a:off x="5014631" y="765881"/>
            <a:ext cx="1890349" cy="1486281"/>
          </a:xfrm>
          <a:prstGeom prst="rect">
            <a:avLst/>
          </a:prstGeom>
        </p:spPr>
        <p:txBody>
          <a:bodyPr spcFirstLastPara="1" wrap="square" lIns="91425" tIns="91425" rIns="91425" bIns="91425" anchor="t" anchorCtr="0">
            <a:noAutofit/>
          </a:bodyPr>
          <a:lstStyle>
            <a:lvl1pPr marL="457200" lvl="0" indent="-2286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marL="914400" lvl="1" indent="-2921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marL="1371600" lvl="2"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marL="1828800" lvl="3"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marL="2286000" lvl="4"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marL="2743200" lvl="5"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marL="3200400" lvl="6"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marL="3657600" lvl="7"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marL="4114800" lvl="8"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a:endParaRPr/>
          </a:p>
        </p:txBody>
      </p:sp>
      <p:sp>
        <p:nvSpPr>
          <p:cNvPr id="280" name="Google Shape;280;p12"/>
          <p:cNvSpPr txBox="1">
            <a:spLocks noGrp="1"/>
          </p:cNvSpPr>
          <p:nvPr>
            <p:ph type="body" idx="3"/>
          </p:nvPr>
        </p:nvSpPr>
        <p:spPr>
          <a:xfrm rot="351430">
            <a:off x="3021711" y="3296608"/>
            <a:ext cx="1890268" cy="1486173"/>
          </a:xfrm>
          <a:prstGeom prst="rect">
            <a:avLst/>
          </a:prstGeom>
        </p:spPr>
        <p:txBody>
          <a:bodyPr spcFirstLastPara="1" wrap="square" lIns="91425" tIns="91425" rIns="91425" bIns="91425" anchor="t" anchorCtr="0">
            <a:spAutoFit/>
          </a:bodyPr>
          <a:lstStyle>
            <a:lvl1pPr marL="457200" lvl="0" indent="-2286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marL="914400" lvl="1" indent="-2921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marL="1371600" lvl="2" indent="-2921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marL="1828800" lvl="3" indent="-2921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marL="2286000" lvl="4" indent="-2921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marL="2743200" lvl="5" indent="-2921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marL="3200400" lvl="6" indent="-2921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marL="3657600" lvl="7" indent="-2921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marL="4114800" lvl="8" indent="-292100">
              <a:spcBef>
                <a:spcPts val="800"/>
              </a:spcBef>
              <a:spcAft>
                <a:spcPts val="80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a:endParaRPr/>
          </a:p>
        </p:txBody>
      </p:sp>
      <p:sp>
        <p:nvSpPr>
          <p:cNvPr id="281" name="Google Shape;281;p12"/>
          <p:cNvSpPr txBox="1">
            <a:spLocks noGrp="1"/>
          </p:cNvSpPr>
          <p:nvPr>
            <p:ph type="body" idx="4"/>
          </p:nvPr>
        </p:nvSpPr>
        <p:spPr>
          <a:xfrm rot="3819">
            <a:off x="6728901" y="3168092"/>
            <a:ext cx="1890601" cy="1485901"/>
          </a:xfrm>
          <a:prstGeom prst="rect">
            <a:avLst/>
          </a:prstGeom>
        </p:spPr>
        <p:txBody>
          <a:bodyPr spcFirstLastPara="1" wrap="square" lIns="91425" tIns="91425" rIns="91425" bIns="91425" anchor="t" anchorCtr="0">
            <a:noAutofit/>
          </a:bodyPr>
          <a:lstStyle>
            <a:lvl1pPr marL="457200" lvl="0" indent="-2286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marL="914400" lvl="1" indent="-2921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marL="1371600" lvl="2"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marL="1828800" lvl="3"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marL="2286000" lvl="4"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marL="2743200" lvl="5"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marL="3200400" lvl="6"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marL="3657600" lvl="7"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marL="4114800" lvl="8" indent="-2921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a:endParaRPr/>
          </a:p>
        </p:txBody>
      </p:sp>
      <p:sp>
        <p:nvSpPr>
          <p:cNvPr id="282" name="Google Shape;282;p12"/>
          <p:cNvSpPr txBox="1">
            <a:spLocks noGrp="1"/>
          </p:cNvSpPr>
          <p:nvPr>
            <p:ph type="title"/>
          </p:nvPr>
        </p:nvSpPr>
        <p:spPr>
          <a:xfrm>
            <a:off x="513300" y="375350"/>
            <a:ext cx="2796300" cy="6513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1"/>
              </a:buClr>
              <a:buSzPts val="2400"/>
              <a:buNone/>
              <a:defRPr sz="2400" b="0">
                <a:solidFill>
                  <a:schemeClr val="dk1"/>
                </a:solidFill>
              </a:defRPr>
            </a:lvl1pPr>
            <a:lvl2pPr lvl="1">
              <a:spcBef>
                <a:spcPts val="0"/>
              </a:spcBef>
              <a:spcAft>
                <a:spcPts val="0"/>
              </a:spcAft>
              <a:buClr>
                <a:schemeClr val="lt1"/>
              </a:buClr>
              <a:buSzPts val="2400"/>
              <a:buNone/>
              <a:defRPr sz="2400"/>
            </a:lvl2pPr>
            <a:lvl3pPr lvl="2">
              <a:spcBef>
                <a:spcPts val="0"/>
              </a:spcBef>
              <a:spcAft>
                <a:spcPts val="0"/>
              </a:spcAft>
              <a:buClr>
                <a:schemeClr val="lt1"/>
              </a:buClr>
              <a:buSzPts val="2400"/>
              <a:buNone/>
              <a:defRPr sz="2400"/>
            </a:lvl3pPr>
            <a:lvl4pPr lvl="3">
              <a:spcBef>
                <a:spcPts val="0"/>
              </a:spcBef>
              <a:spcAft>
                <a:spcPts val="0"/>
              </a:spcAft>
              <a:buClr>
                <a:schemeClr val="lt1"/>
              </a:buClr>
              <a:buSzPts val="2400"/>
              <a:buNone/>
              <a:defRPr sz="2400"/>
            </a:lvl4pPr>
            <a:lvl5pPr lvl="4">
              <a:spcBef>
                <a:spcPts val="0"/>
              </a:spcBef>
              <a:spcAft>
                <a:spcPts val="0"/>
              </a:spcAft>
              <a:buClr>
                <a:schemeClr val="lt1"/>
              </a:buClr>
              <a:buSzPts val="2400"/>
              <a:buNone/>
              <a:defRPr sz="2400"/>
            </a:lvl5pPr>
            <a:lvl6pPr lvl="5">
              <a:spcBef>
                <a:spcPts val="0"/>
              </a:spcBef>
              <a:spcAft>
                <a:spcPts val="0"/>
              </a:spcAft>
              <a:buClr>
                <a:schemeClr val="lt1"/>
              </a:buClr>
              <a:buSzPts val="2400"/>
              <a:buNone/>
              <a:defRPr sz="2400"/>
            </a:lvl6pPr>
            <a:lvl7pPr lvl="6">
              <a:spcBef>
                <a:spcPts val="0"/>
              </a:spcBef>
              <a:spcAft>
                <a:spcPts val="0"/>
              </a:spcAft>
              <a:buClr>
                <a:schemeClr val="lt1"/>
              </a:buClr>
              <a:buSzPts val="2400"/>
              <a:buNone/>
              <a:defRPr sz="2400"/>
            </a:lvl7pPr>
            <a:lvl8pPr lvl="7">
              <a:spcBef>
                <a:spcPts val="0"/>
              </a:spcBef>
              <a:spcAft>
                <a:spcPts val="0"/>
              </a:spcAft>
              <a:buClr>
                <a:schemeClr val="lt1"/>
              </a:buClr>
              <a:buSzPts val="2400"/>
              <a:buNone/>
              <a:defRPr sz="2400"/>
            </a:lvl8pPr>
            <a:lvl9pPr lvl="8">
              <a:spcBef>
                <a:spcPts val="0"/>
              </a:spcBef>
              <a:spcAft>
                <a:spcPts val="0"/>
              </a:spcAft>
              <a:buClr>
                <a:schemeClr val="lt1"/>
              </a:buClr>
              <a:buSzPts val="2400"/>
              <a:buNone/>
              <a:defRPr sz="2400"/>
            </a:lvl9pPr>
          </a:lstStyle>
          <a:p>
            <a:endParaRPr/>
          </a:p>
        </p:txBody>
      </p:sp>
      <p:sp>
        <p:nvSpPr>
          <p:cNvPr id="283" name="Google Shape;283;p12"/>
          <p:cNvSpPr txBox="1">
            <a:spLocks noGrp="1"/>
          </p:cNvSpPr>
          <p:nvPr>
            <p:ph type="subTitle" idx="5"/>
          </p:nvPr>
        </p:nvSpPr>
        <p:spPr>
          <a:xfrm rot="-226014">
            <a:off x="619152" y="1527866"/>
            <a:ext cx="1890484" cy="547784"/>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a:endParaRPr/>
          </a:p>
        </p:txBody>
      </p:sp>
      <p:sp>
        <p:nvSpPr>
          <p:cNvPr id="284" name="Google Shape;284;p12"/>
          <p:cNvSpPr txBox="1">
            <a:spLocks noGrp="1"/>
          </p:cNvSpPr>
          <p:nvPr>
            <p:ph type="subTitle" idx="6"/>
          </p:nvPr>
        </p:nvSpPr>
        <p:spPr>
          <a:xfrm rot="126162">
            <a:off x="5024491" y="108292"/>
            <a:ext cx="1970527" cy="549668"/>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a:endParaRPr/>
          </a:p>
        </p:txBody>
      </p:sp>
      <p:sp>
        <p:nvSpPr>
          <p:cNvPr id="285" name="Google Shape;285;p12"/>
          <p:cNvSpPr txBox="1">
            <a:spLocks noGrp="1"/>
          </p:cNvSpPr>
          <p:nvPr>
            <p:ph type="subTitle" idx="7"/>
          </p:nvPr>
        </p:nvSpPr>
        <p:spPr>
          <a:xfrm rot="348762">
            <a:off x="3115150" y="2659506"/>
            <a:ext cx="1943191" cy="546097"/>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a:endParaRPr/>
          </a:p>
        </p:txBody>
      </p:sp>
      <p:sp>
        <p:nvSpPr>
          <p:cNvPr id="286" name="Google Shape;286;p12"/>
          <p:cNvSpPr txBox="1">
            <a:spLocks noGrp="1"/>
          </p:cNvSpPr>
          <p:nvPr>
            <p:ph type="subTitle" idx="8"/>
          </p:nvPr>
        </p:nvSpPr>
        <p:spPr>
          <a:xfrm rot="-59757">
            <a:off x="6687978" y="2476634"/>
            <a:ext cx="1915789" cy="549684"/>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2">
  <p:cSld name="BLANK_1_1_1_1_1_1_1_1">
    <p:bg>
      <p:bgPr>
        <a:solidFill>
          <a:schemeClr val="lt1"/>
        </a:solidFill>
        <a:effectLst/>
      </p:bgPr>
    </p:bg>
    <p:spTree>
      <p:nvGrpSpPr>
        <p:cNvPr id="1" name="Shape 287"/>
        <p:cNvGrpSpPr/>
        <p:nvPr/>
      </p:nvGrpSpPr>
      <p:grpSpPr>
        <a:xfrm>
          <a:off x="0" y="0"/>
          <a:ext cx="0" cy="0"/>
          <a:chOff x="0" y="0"/>
          <a:chExt cx="0" cy="0"/>
        </a:xfrm>
      </p:grpSpPr>
      <p:sp>
        <p:nvSpPr>
          <p:cNvPr id="288" name="Google Shape;288;p13"/>
          <p:cNvSpPr txBox="1">
            <a:spLocks noGrp="1"/>
          </p:cNvSpPr>
          <p:nvPr>
            <p:ph type="title"/>
          </p:nvPr>
        </p:nvSpPr>
        <p:spPr>
          <a:xfrm>
            <a:off x="508875" y="874875"/>
            <a:ext cx="3003300" cy="557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3000"/>
              <a:buNone/>
              <a:defRPr b="0">
                <a:solidFill>
                  <a:schemeClr val="dk1"/>
                </a:solidFill>
              </a:defRPr>
            </a:lvl1pPr>
            <a:lvl2pPr lvl="1">
              <a:lnSpc>
                <a:spcPct val="100000"/>
              </a:lnSpc>
              <a:spcBef>
                <a:spcPts val="0"/>
              </a:spcBef>
              <a:spcAft>
                <a:spcPts val="0"/>
              </a:spcAft>
              <a:buClr>
                <a:schemeClr val="dk1"/>
              </a:buClr>
              <a:buSzPts val="1400"/>
              <a:buNone/>
              <a:defRPr>
                <a:solidFill>
                  <a:schemeClr val="dk1"/>
                </a:solidFill>
              </a:defRPr>
            </a:lvl2pPr>
            <a:lvl3pPr lvl="2">
              <a:lnSpc>
                <a:spcPct val="100000"/>
              </a:lnSpc>
              <a:spcBef>
                <a:spcPts val="0"/>
              </a:spcBef>
              <a:spcAft>
                <a:spcPts val="0"/>
              </a:spcAft>
              <a:buClr>
                <a:schemeClr val="dk1"/>
              </a:buClr>
              <a:buSzPts val="1400"/>
              <a:buNone/>
              <a:defRPr>
                <a:solidFill>
                  <a:schemeClr val="dk1"/>
                </a:solidFill>
              </a:defRPr>
            </a:lvl3pPr>
            <a:lvl4pPr lvl="3">
              <a:lnSpc>
                <a:spcPct val="100000"/>
              </a:lnSpc>
              <a:spcBef>
                <a:spcPts val="0"/>
              </a:spcBef>
              <a:spcAft>
                <a:spcPts val="0"/>
              </a:spcAft>
              <a:buClr>
                <a:schemeClr val="dk1"/>
              </a:buClr>
              <a:buSzPts val="1400"/>
              <a:buNone/>
              <a:defRPr>
                <a:solidFill>
                  <a:schemeClr val="dk1"/>
                </a:solidFill>
              </a:defRPr>
            </a:lvl4pPr>
            <a:lvl5pPr lvl="4">
              <a:lnSpc>
                <a:spcPct val="100000"/>
              </a:lnSpc>
              <a:spcBef>
                <a:spcPts val="0"/>
              </a:spcBef>
              <a:spcAft>
                <a:spcPts val="0"/>
              </a:spcAft>
              <a:buClr>
                <a:schemeClr val="dk1"/>
              </a:buClr>
              <a:buSzPts val="1400"/>
              <a:buNone/>
              <a:defRPr>
                <a:solidFill>
                  <a:schemeClr val="dk1"/>
                </a:solidFill>
              </a:defRPr>
            </a:lvl5pPr>
            <a:lvl6pPr lvl="5">
              <a:lnSpc>
                <a:spcPct val="100000"/>
              </a:lnSpc>
              <a:spcBef>
                <a:spcPts val="0"/>
              </a:spcBef>
              <a:spcAft>
                <a:spcPts val="0"/>
              </a:spcAft>
              <a:buClr>
                <a:schemeClr val="dk1"/>
              </a:buClr>
              <a:buSzPts val="1400"/>
              <a:buNone/>
              <a:defRPr>
                <a:solidFill>
                  <a:schemeClr val="dk1"/>
                </a:solidFill>
              </a:defRPr>
            </a:lvl6pPr>
            <a:lvl7pPr lvl="6">
              <a:lnSpc>
                <a:spcPct val="100000"/>
              </a:lnSpc>
              <a:spcBef>
                <a:spcPts val="0"/>
              </a:spcBef>
              <a:spcAft>
                <a:spcPts val="0"/>
              </a:spcAft>
              <a:buClr>
                <a:schemeClr val="dk1"/>
              </a:buClr>
              <a:buSzPts val="1400"/>
              <a:buNone/>
              <a:defRPr>
                <a:solidFill>
                  <a:schemeClr val="dk1"/>
                </a:solidFill>
              </a:defRPr>
            </a:lvl7pPr>
            <a:lvl8pPr lvl="7">
              <a:lnSpc>
                <a:spcPct val="100000"/>
              </a:lnSpc>
              <a:spcBef>
                <a:spcPts val="0"/>
              </a:spcBef>
              <a:spcAft>
                <a:spcPts val="0"/>
              </a:spcAft>
              <a:buClr>
                <a:schemeClr val="dk1"/>
              </a:buClr>
              <a:buSzPts val="1400"/>
              <a:buNone/>
              <a:defRPr>
                <a:solidFill>
                  <a:schemeClr val="dk1"/>
                </a:solidFill>
              </a:defRPr>
            </a:lvl8pPr>
            <a:lvl9pPr lvl="8">
              <a:lnSpc>
                <a:spcPct val="100000"/>
              </a:lnSpc>
              <a:spcBef>
                <a:spcPts val="0"/>
              </a:spcBef>
              <a:spcAft>
                <a:spcPts val="0"/>
              </a:spcAft>
              <a:buClr>
                <a:schemeClr val="dk1"/>
              </a:buClr>
              <a:buSzPts val="1400"/>
              <a:buNone/>
              <a:defRPr>
                <a:solidFill>
                  <a:schemeClr val="dk1"/>
                </a:solidFill>
              </a:defRPr>
            </a:lvl9pPr>
          </a:lstStyle>
          <a:p>
            <a:endParaRPr/>
          </a:p>
        </p:txBody>
      </p:sp>
      <p:sp>
        <p:nvSpPr>
          <p:cNvPr id="289" name="Google Shape;289;p13"/>
          <p:cNvSpPr txBox="1"/>
          <p:nvPr/>
        </p:nvSpPr>
        <p:spPr>
          <a:xfrm>
            <a:off x="5712000" y="3474850"/>
            <a:ext cx="732900" cy="366600"/>
          </a:xfrm>
          <a:prstGeom prst="rect">
            <a:avLst/>
          </a:prstGeom>
          <a:noFill/>
          <a:ln>
            <a:noFill/>
          </a:ln>
        </p:spPr>
        <p:txBody>
          <a:bodyPr spcFirstLastPara="1" wrap="square" lIns="0" tIns="91425" rIns="91425" bIns="91425" anchor="t" anchorCtr="0">
            <a:noAutofit/>
          </a:bodyPr>
          <a:lstStyle/>
          <a:p>
            <a:pPr marL="0" lvl="0" indent="0" algn="l" rtl="0">
              <a:lnSpc>
                <a:spcPct val="60000"/>
              </a:lnSpc>
              <a:spcBef>
                <a:spcPts val="0"/>
              </a:spcBef>
              <a:spcAft>
                <a:spcPts val="0"/>
              </a:spcAft>
              <a:buSzPts val="7200"/>
              <a:buNone/>
            </a:pPr>
            <a:r>
              <a:rPr lang="en" sz="7200">
                <a:solidFill>
                  <a:schemeClr val="lt1"/>
                </a:solidFill>
                <a:latin typeface="Manrope ExtraBold"/>
                <a:ea typeface="Manrope ExtraBold"/>
                <a:cs typeface="Manrope ExtraBold"/>
                <a:sym typeface="Manrope ExtraBold"/>
              </a:rPr>
              <a:t>“</a:t>
            </a:r>
            <a:endParaRPr sz="7200" i="1">
              <a:solidFill>
                <a:schemeClr val="lt1"/>
              </a:solidFill>
              <a:latin typeface="Manrope ExtraBold"/>
              <a:ea typeface="Manrope ExtraBold"/>
              <a:cs typeface="Manrope ExtraBold"/>
              <a:sym typeface="Manrope ExtraBold"/>
            </a:endParaRPr>
          </a:p>
        </p:txBody>
      </p:sp>
      <p:sp>
        <p:nvSpPr>
          <p:cNvPr id="290" name="Google Shape;290;p13"/>
          <p:cNvSpPr txBox="1">
            <a:spLocks noGrp="1"/>
          </p:cNvSpPr>
          <p:nvPr>
            <p:ph type="body" idx="1"/>
          </p:nvPr>
        </p:nvSpPr>
        <p:spPr>
          <a:xfrm>
            <a:off x="508875" y="1539275"/>
            <a:ext cx="3488400" cy="11823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Clr>
                <a:schemeClr val="dk1"/>
              </a:buClr>
              <a:buSzPts val="1200"/>
              <a:buNone/>
              <a:defRPr>
                <a:solidFill>
                  <a:schemeClr val="dk1"/>
                </a:solidFill>
              </a:defRPr>
            </a:lvl1pPr>
            <a:lvl2pPr marL="914400" lvl="1" indent="-228600">
              <a:lnSpc>
                <a:spcPct val="100000"/>
              </a:lnSpc>
              <a:spcBef>
                <a:spcPts val="0"/>
              </a:spcBef>
              <a:spcAft>
                <a:spcPts val="0"/>
              </a:spcAft>
              <a:buClr>
                <a:schemeClr val="dk1"/>
              </a:buClr>
              <a:buSzPts val="1200"/>
              <a:buNone/>
              <a:defRPr>
                <a:solidFill>
                  <a:schemeClr val="dk1"/>
                </a:solidFill>
              </a:defRPr>
            </a:lvl2pPr>
            <a:lvl3pPr marL="1371600" lvl="2" indent="-228600">
              <a:lnSpc>
                <a:spcPct val="100000"/>
              </a:lnSpc>
              <a:spcBef>
                <a:spcPts val="0"/>
              </a:spcBef>
              <a:spcAft>
                <a:spcPts val="0"/>
              </a:spcAft>
              <a:buClr>
                <a:schemeClr val="dk1"/>
              </a:buClr>
              <a:buSzPts val="1200"/>
              <a:buNone/>
              <a:defRPr>
                <a:solidFill>
                  <a:schemeClr val="dk1"/>
                </a:solidFill>
              </a:defRPr>
            </a:lvl3pPr>
            <a:lvl4pPr marL="1828800" lvl="3" indent="-228600">
              <a:lnSpc>
                <a:spcPct val="100000"/>
              </a:lnSpc>
              <a:spcBef>
                <a:spcPts val="0"/>
              </a:spcBef>
              <a:spcAft>
                <a:spcPts val="0"/>
              </a:spcAft>
              <a:buClr>
                <a:schemeClr val="dk1"/>
              </a:buClr>
              <a:buSzPts val="1200"/>
              <a:buNone/>
              <a:defRPr>
                <a:solidFill>
                  <a:schemeClr val="dk1"/>
                </a:solidFill>
              </a:defRPr>
            </a:lvl4pPr>
            <a:lvl5pPr marL="2286000" lvl="4" indent="-228600">
              <a:lnSpc>
                <a:spcPct val="100000"/>
              </a:lnSpc>
              <a:spcBef>
                <a:spcPts val="0"/>
              </a:spcBef>
              <a:spcAft>
                <a:spcPts val="0"/>
              </a:spcAft>
              <a:buClr>
                <a:schemeClr val="dk1"/>
              </a:buClr>
              <a:buSzPts val="1200"/>
              <a:buNone/>
              <a:defRPr>
                <a:solidFill>
                  <a:schemeClr val="dk1"/>
                </a:solidFill>
              </a:defRPr>
            </a:lvl5pPr>
            <a:lvl6pPr marL="2743200" lvl="5" indent="-228600">
              <a:lnSpc>
                <a:spcPct val="100000"/>
              </a:lnSpc>
              <a:spcBef>
                <a:spcPts val="0"/>
              </a:spcBef>
              <a:spcAft>
                <a:spcPts val="0"/>
              </a:spcAft>
              <a:buClr>
                <a:schemeClr val="dk1"/>
              </a:buClr>
              <a:buSzPts val="1200"/>
              <a:buNone/>
              <a:defRPr>
                <a:solidFill>
                  <a:schemeClr val="dk1"/>
                </a:solidFill>
              </a:defRPr>
            </a:lvl6pPr>
            <a:lvl7pPr marL="3200400" lvl="6" indent="-228600">
              <a:lnSpc>
                <a:spcPct val="100000"/>
              </a:lnSpc>
              <a:spcBef>
                <a:spcPts val="0"/>
              </a:spcBef>
              <a:spcAft>
                <a:spcPts val="0"/>
              </a:spcAft>
              <a:buClr>
                <a:schemeClr val="dk1"/>
              </a:buClr>
              <a:buSzPts val="1200"/>
              <a:buNone/>
              <a:defRPr>
                <a:solidFill>
                  <a:schemeClr val="dk1"/>
                </a:solidFill>
              </a:defRPr>
            </a:lvl7pPr>
            <a:lvl8pPr marL="3657600" lvl="7" indent="-228600">
              <a:lnSpc>
                <a:spcPct val="100000"/>
              </a:lnSpc>
              <a:spcBef>
                <a:spcPts val="0"/>
              </a:spcBef>
              <a:spcAft>
                <a:spcPts val="0"/>
              </a:spcAft>
              <a:buClr>
                <a:schemeClr val="dk1"/>
              </a:buClr>
              <a:buSzPts val="1200"/>
              <a:buNone/>
              <a:defRPr>
                <a:solidFill>
                  <a:schemeClr val="dk1"/>
                </a:solidFill>
              </a:defRPr>
            </a:lvl8pPr>
            <a:lvl9pPr marL="4114800" lvl="8" indent="-228600">
              <a:lnSpc>
                <a:spcPct val="100000"/>
              </a:lnSpc>
              <a:spcBef>
                <a:spcPts val="0"/>
              </a:spcBef>
              <a:spcAft>
                <a:spcPts val="0"/>
              </a:spcAft>
              <a:buClr>
                <a:schemeClr val="dk1"/>
              </a:buClr>
              <a:buSzPts val="1200"/>
              <a:buNone/>
              <a:defRPr>
                <a:solidFill>
                  <a:schemeClr val="dk1"/>
                </a:solidFill>
              </a:defRPr>
            </a:lvl9pPr>
          </a:lstStyle>
          <a:p>
            <a:endParaRPr/>
          </a:p>
        </p:txBody>
      </p:sp>
      <p:sp>
        <p:nvSpPr>
          <p:cNvPr id="291" name="Google Shape;291;p13"/>
          <p:cNvSpPr txBox="1">
            <a:spLocks noGrp="1"/>
          </p:cNvSpPr>
          <p:nvPr>
            <p:ph type="title" idx="2"/>
          </p:nvPr>
        </p:nvSpPr>
        <p:spPr>
          <a:xfrm rot="-173518">
            <a:off x="5146753" y="4343806"/>
            <a:ext cx="1974114" cy="245408"/>
          </a:xfrm>
          <a:prstGeom prst="rect">
            <a:avLst/>
          </a:prstGeom>
          <a:solidFill>
            <a:schemeClr val="dk1"/>
          </a:solidFill>
        </p:spPr>
        <p:txBody>
          <a:bodyPr spcFirstLastPara="1" wrap="square" lIns="91425" tIns="91425" rIns="91425" bIns="91425" anchor="ctr" anchorCtr="0">
            <a:spAutoFit/>
          </a:bodyPr>
          <a:lstStyle>
            <a:lvl1pPr lvl="0" algn="ctr">
              <a:lnSpc>
                <a:spcPct val="100000"/>
              </a:lnSpc>
              <a:spcBef>
                <a:spcPts val="0"/>
              </a:spcBef>
              <a:spcAft>
                <a:spcPts val="0"/>
              </a:spcAft>
              <a:buClr>
                <a:schemeClr val="lt1"/>
              </a:buClr>
              <a:buSzPts val="1000"/>
              <a:buFont typeface="Manrope"/>
              <a:buNone/>
              <a:defRPr sz="1000" b="0">
                <a:latin typeface="Manrope"/>
                <a:ea typeface="Manrope"/>
                <a:cs typeface="Manrope"/>
                <a:sym typeface="Manrope"/>
              </a:defRPr>
            </a:lvl1pPr>
            <a:lvl2pPr lvl="1">
              <a:spcBef>
                <a:spcPts val="0"/>
              </a:spcBef>
              <a:spcAft>
                <a:spcPts val="0"/>
              </a:spcAft>
              <a:buClr>
                <a:schemeClr val="lt1"/>
              </a:buClr>
              <a:buSzPts val="1400"/>
              <a:buFont typeface="Manrope"/>
              <a:buNone/>
              <a:defRPr>
                <a:latin typeface="Manrope"/>
                <a:ea typeface="Manrope"/>
                <a:cs typeface="Manrope"/>
                <a:sym typeface="Manrope"/>
              </a:defRPr>
            </a:lvl2pPr>
            <a:lvl3pPr lvl="2">
              <a:spcBef>
                <a:spcPts val="0"/>
              </a:spcBef>
              <a:spcAft>
                <a:spcPts val="0"/>
              </a:spcAft>
              <a:buClr>
                <a:schemeClr val="lt1"/>
              </a:buClr>
              <a:buSzPts val="1400"/>
              <a:buFont typeface="Manrope"/>
              <a:buNone/>
              <a:defRPr>
                <a:latin typeface="Manrope"/>
                <a:ea typeface="Manrope"/>
                <a:cs typeface="Manrope"/>
                <a:sym typeface="Manrope"/>
              </a:defRPr>
            </a:lvl3pPr>
            <a:lvl4pPr lvl="3">
              <a:spcBef>
                <a:spcPts val="0"/>
              </a:spcBef>
              <a:spcAft>
                <a:spcPts val="0"/>
              </a:spcAft>
              <a:buClr>
                <a:schemeClr val="lt1"/>
              </a:buClr>
              <a:buSzPts val="1400"/>
              <a:buFont typeface="Manrope"/>
              <a:buNone/>
              <a:defRPr>
                <a:latin typeface="Manrope"/>
                <a:ea typeface="Manrope"/>
                <a:cs typeface="Manrope"/>
                <a:sym typeface="Manrope"/>
              </a:defRPr>
            </a:lvl4pPr>
            <a:lvl5pPr lvl="4">
              <a:spcBef>
                <a:spcPts val="0"/>
              </a:spcBef>
              <a:spcAft>
                <a:spcPts val="0"/>
              </a:spcAft>
              <a:buClr>
                <a:schemeClr val="lt1"/>
              </a:buClr>
              <a:buSzPts val="1400"/>
              <a:buFont typeface="Manrope"/>
              <a:buNone/>
              <a:defRPr>
                <a:latin typeface="Manrope"/>
                <a:ea typeface="Manrope"/>
                <a:cs typeface="Manrope"/>
                <a:sym typeface="Manrope"/>
              </a:defRPr>
            </a:lvl5pPr>
            <a:lvl6pPr lvl="5">
              <a:spcBef>
                <a:spcPts val="0"/>
              </a:spcBef>
              <a:spcAft>
                <a:spcPts val="0"/>
              </a:spcAft>
              <a:buClr>
                <a:schemeClr val="lt1"/>
              </a:buClr>
              <a:buSzPts val="1400"/>
              <a:buFont typeface="Manrope"/>
              <a:buNone/>
              <a:defRPr>
                <a:latin typeface="Manrope"/>
                <a:ea typeface="Manrope"/>
                <a:cs typeface="Manrope"/>
                <a:sym typeface="Manrope"/>
              </a:defRPr>
            </a:lvl6pPr>
            <a:lvl7pPr lvl="6">
              <a:spcBef>
                <a:spcPts val="0"/>
              </a:spcBef>
              <a:spcAft>
                <a:spcPts val="0"/>
              </a:spcAft>
              <a:buClr>
                <a:schemeClr val="lt1"/>
              </a:buClr>
              <a:buSzPts val="1400"/>
              <a:buFont typeface="Manrope"/>
              <a:buNone/>
              <a:defRPr>
                <a:latin typeface="Manrope"/>
                <a:ea typeface="Manrope"/>
                <a:cs typeface="Manrope"/>
                <a:sym typeface="Manrope"/>
              </a:defRPr>
            </a:lvl7pPr>
            <a:lvl8pPr lvl="7">
              <a:spcBef>
                <a:spcPts val="0"/>
              </a:spcBef>
              <a:spcAft>
                <a:spcPts val="0"/>
              </a:spcAft>
              <a:buClr>
                <a:schemeClr val="lt1"/>
              </a:buClr>
              <a:buSzPts val="1400"/>
              <a:buFont typeface="Manrope"/>
              <a:buNone/>
              <a:defRPr>
                <a:latin typeface="Manrope"/>
                <a:ea typeface="Manrope"/>
                <a:cs typeface="Manrope"/>
                <a:sym typeface="Manrope"/>
              </a:defRPr>
            </a:lvl8pPr>
            <a:lvl9pPr lvl="8">
              <a:spcBef>
                <a:spcPts val="0"/>
              </a:spcBef>
              <a:spcAft>
                <a:spcPts val="0"/>
              </a:spcAft>
              <a:buClr>
                <a:schemeClr val="lt1"/>
              </a:buClr>
              <a:buSzPts val="1400"/>
              <a:buFont typeface="Manrope"/>
              <a:buNone/>
              <a:defRPr>
                <a:latin typeface="Manrope"/>
                <a:ea typeface="Manrope"/>
                <a:cs typeface="Manrope"/>
                <a:sym typeface="Manrope"/>
              </a:defRPr>
            </a:lvl9pPr>
          </a:lstStyle>
          <a:p>
            <a:endParaRPr/>
          </a:p>
        </p:txBody>
      </p:sp>
      <p:sp>
        <p:nvSpPr>
          <p:cNvPr id="292" name="Google Shape;292;p13"/>
          <p:cNvSpPr/>
          <p:nvPr/>
        </p:nvSpPr>
        <p:spPr>
          <a:xfrm>
            <a:off x="835200" y="149400"/>
            <a:ext cx="158400" cy="158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93" name="Google Shape;293;p13"/>
          <p:cNvSpPr/>
          <p:nvPr/>
        </p:nvSpPr>
        <p:spPr>
          <a:xfrm>
            <a:off x="3273600" y="149400"/>
            <a:ext cx="158400" cy="158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94" name="Google Shape;294;p13"/>
          <p:cNvSpPr/>
          <p:nvPr/>
        </p:nvSpPr>
        <p:spPr>
          <a:xfrm>
            <a:off x="5712000" y="149400"/>
            <a:ext cx="158400" cy="158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295" name="Google Shape;295;p13"/>
          <p:cNvSpPr/>
          <p:nvPr/>
        </p:nvSpPr>
        <p:spPr>
          <a:xfrm>
            <a:off x="8150400" y="149400"/>
            <a:ext cx="158400" cy="158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cxnSp>
        <p:nvCxnSpPr>
          <p:cNvPr id="296" name="Google Shape;296;p13"/>
          <p:cNvCxnSpPr/>
          <p:nvPr/>
        </p:nvCxnSpPr>
        <p:spPr>
          <a:xfrm>
            <a:off x="0" y="457191"/>
            <a:ext cx="9140400" cy="0"/>
          </a:xfrm>
          <a:prstGeom prst="straightConnector1">
            <a:avLst/>
          </a:prstGeom>
          <a:noFill/>
          <a:ln w="9525" cap="flat" cmpd="sng">
            <a:solidFill>
              <a:schemeClr val="accent4"/>
            </a:solidFill>
            <a:prstDash val="solid"/>
            <a:round/>
            <a:headEnd type="none" w="sm" len="sm"/>
            <a:tailEnd type="none" w="sm" len="sm"/>
          </a:ln>
        </p:spPr>
      </p:cxnSp>
      <p:cxnSp>
        <p:nvCxnSpPr>
          <p:cNvPr id="297" name="Google Shape;297;p13"/>
          <p:cNvCxnSpPr/>
          <p:nvPr/>
        </p:nvCxnSpPr>
        <p:spPr>
          <a:xfrm>
            <a:off x="0" y="524791"/>
            <a:ext cx="9140400" cy="0"/>
          </a:xfrm>
          <a:prstGeom prst="straightConnector1">
            <a:avLst/>
          </a:prstGeom>
          <a:noFill/>
          <a:ln w="9525" cap="flat" cmpd="sng">
            <a:solidFill>
              <a:schemeClr val="accent4"/>
            </a:solidFill>
            <a:prstDash val="solid"/>
            <a:round/>
            <a:headEnd type="none" w="sm" len="sm"/>
            <a:tailEnd type="none" w="sm" len="sm"/>
          </a:ln>
        </p:spPr>
      </p:cxnSp>
      <p:sp>
        <p:nvSpPr>
          <p:cNvPr id="298" name="Google Shape;298;p13"/>
          <p:cNvSpPr txBox="1">
            <a:spLocks noGrp="1"/>
          </p:cNvSpPr>
          <p:nvPr>
            <p:ph type="title" idx="3"/>
          </p:nvPr>
        </p:nvSpPr>
        <p:spPr>
          <a:xfrm rot="-130161">
            <a:off x="5805931" y="3651002"/>
            <a:ext cx="2662908" cy="733131"/>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000"/>
              <a:buNone/>
              <a:defRPr sz="1000">
                <a:solidFill>
                  <a:schemeClr val="dk1"/>
                </a:solidFill>
                <a:latin typeface="Manrope"/>
                <a:ea typeface="Manrope"/>
                <a:cs typeface="Manrope"/>
                <a:sym typeface="Manrop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pos="32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1">
  <p:cSld name="BLANK_1_1_1_1_1_1_1_1_2">
    <p:spTree>
      <p:nvGrpSpPr>
        <p:cNvPr id="1" name="Shape 299"/>
        <p:cNvGrpSpPr/>
        <p:nvPr/>
      </p:nvGrpSpPr>
      <p:grpSpPr>
        <a:xfrm>
          <a:off x="0" y="0"/>
          <a:ext cx="0" cy="0"/>
          <a:chOff x="0" y="0"/>
          <a:chExt cx="0" cy="0"/>
        </a:xfrm>
      </p:grpSpPr>
      <p:grpSp>
        <p:nvGrpSpPr>
          <p:cNvPr id="300" name="Google Shape;300;p14"/>
          <p:cNvGrpSpPr/>
          <p:nvPr/>
        </p:nvGrpSpPr>
        <p:grpSpPr>
          <a:xfrm>
            <a:off x="0" y="-6300"/>
            <a:ext cx="9143705" cy="5150040"/>
            <a:chOff x="11751" y="-6300"/>
            <a:chExt cx="9190577" cy="5150040"/>
          </a:xfrm>
        </p:grpSpPr>
        <p:grpSp>
          <p:nvGrpSpPr>
            <p:cNvPr id="301" name="Google Shape;301;p14"/>
            <p:cNvGrpSpPr/>
            <p:nvPr/>
          </p:nvGrpSpPr>
          <p:grpSpPr>
            <a:xfrm>
              <a:off x="11751" y="-6300"/>
              <a:ext cx="4777902" cy="2703033"/>
              <a:chOff x="11750" y="-6290"/>
              <a:chExt cx="9125100" cy="5162400"/>
            </a:xfrm>
          </p:grpSpPr>
          <p:cxnSp>
            <p:nvCxnSpPr>
              <p:cNvPr id="302" name="Google Shape;302;p14"/>
              <p:cNvCxnSpPr/>
              <p:nvPr/>
            </p:nvCxnSpPr>
            <p:spPr>
              <a:xfrm>
                <a:off x="7055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03" name="Google Shape;303;p14"/>
              <p:cNvCxnSpPr/>
              <p:nvPr/>
            </p:nvCxnSpPr>
            <p:spPr>
              <a:xfrm>
                <a:off x="13993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04" name="Google Shape;304;p14"/>
              <p:cNvCxnSpPr/>
              <p:nvPr/>
            </p:nvCxnSpPr>
            <p:spPr>
              <a:xfrm>
                <a:off x="21049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05" name="Google Shape;305;p14"/>
              <p:cNvCxnSpPr/>
              <p:nvPr/>
            </p:nvCxnSpPr>
            <p:spPr>
              <a:xfrm>
                <a:off x="2813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06" name="Google Shape;306;p14"/>
              <p:cNvCxnSpPr/>
              <p:nvPr/>
            </p:nvCxnSpPr>
            <p:spPr>
              <a:xfrm>
                <a:off x="3507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07" name="Google Shape;307;p14"/>
              <p:cNvCxnSpPr/>
              <p:nvPr/>
            </p:nvCxnSpPr>
            <p:spPr>
              <a:xfrm>
                <a:off x="4212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08" name="Google Shape;308;p14"/>
              <p:cNvCxnSpPr/>
              <p:nvPr/>
            </p:nvCxnSpPr>
            <p:spPr>
              <a:xfrm>
                <a:off x="49214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09" name="Google Shape;309;p14"/>
              <p:cNvCxnSpPr/>
              <p:nvPr/>
            </p:nvCxnSpPr>
            <p:spPr>
              <a:xfrm>
                <a:off x="56152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10" name="Google Shape;310;p14"/>
              <p:cNvCxnSpPr/>
              <p:nvPr/>
            </p:nvCxnSpPr>
            <p:spPr>
              <a:xfrm>
                <a:off x="63207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11" name="Google Shape;311;p14"/>
              <p:cNvCxnSpPr/>
              <p:nvPr/>
            </p:nvCxnSpPr>
            <p:spPr>
              <a:xfrm>
                <a:off x="7039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12" name="Google Shape;312;p14"/>
              <p:cNvCxnSpPr/>
              <p:nvPr/>
            </p:nvCxnSpPr>
            <p:spPr>
              <a:xfrm>
                <a:off x="7733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13" name="Google Shape;313;p14"/>
              <p:cNvCxnSpPr/>
              <p:nvPr/>
            </p:nvCxnSpPr>
            <p:spPr>
              <a:xfrm>
                <a:off x="8438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14" name="Google Shape;314;p14"/>
              <p:cNvCxnSpPr/>
              <p:nvPr/>
            </p:nvCxnSpPr>
            <p:spPr>
              <a:xfrm>
                <a:off x="11750" y="482125"/>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15" name="Google Shape;315;p14"/>
              <p:cNvCxnSpPr/>
              <p:nvPr/>
            </p:nvCxnSpPr>
            <p:spPr>
              <a:xfrm>
                <a:off x="11750" y="935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16" name="Google Shape;316;p14"/>
              <p:cNvCxnSpPr/>
              <p:nvPr/>
            </p:nvCxnSpPr>
            <p:spPr>
              <a:xfrm>
                <a:off x="11750" y="14028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17" name="Google Shape;317;p14"/>
              <p:cNvCxnSpPr/>
              <p:nvPr/>
            </p:nvCxnSpPr>
            <p:spPr>
              <a:xfrm>
                <a:off x="11750" y="1870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18" name="Google Shape;318;p14"/>
              <p:cNvCxnSpPr/>
              <p:nvPr/>
            </p:nvCxnSpPr>
            <p:spPr>
              <a:xfrm>
                <a:off x="11750" y="23380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19" name="Google Shape;319;p14"/>
              <p:cNvCxnSpPr/>
              <p:nvPr/>
            </p:nvCxnSpPr>
            <p:spPr>
              <a:xfrm>
                <a:off x="11750" y="28056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20" name="Google Shape;320;p14"/>
              <p:cNvCxnSpPr/>
              <p:nvPr/>
            </p:nvCxnSpPr>
            <p:spPr>
              <a:xfrm>
                <a:off x="11750" y="3273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21" name="Google Shape;321;p14"/>
              <p:cNvCxnSpPr/>
              <p:nvPr/>
            </p:nvCxnSpPr>
            <p:spPr>
              <a:xfrm>
                <a:off x="11750" y="374795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22" name="Google Shape;322;p14"/>
              <p:cNvCxnSpPr/>
              <p:nvPr/>
            </p:nvCxnSpPr>
            <p:spPr>
              <a:xfrm>
                <a:off x="11750" y="4208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23" name="Google Shape;323;p14"/>
              <p:cNvCxnSpPr/>
              <p:nvPr/>
            </p:nvCxnSpPr>
            <p:spPr>
              <a:xfrm>
                <a:off x="11750" y="4668850"/>
                <a:ext cx="9125100" cy="0"/>
              </a:xfrm>
              <a:prstGeom prst="straightConnector1">
                <a:avLst/>
              </a:prstGeom>
              <a:noFill/>
              <a:ln w="9525" cap="flat" cmpd="sng">
                <a:solidFill>
                  <a:schemeClr val="accent5"/>
                </a:solidFill>
                <a:prstDash val="solid"/>
                <a:round/>
                <a:headEnd type="none" w="sm" len="sm"/>
                <a:tailEnd type="none" w="sm" len="sm"/>
              </a:ln>
            </p:spPr>
          </p:cxnSp>
        </p:grpSp>
        <p:grpSp>
          <p:nvGrpSpPr>
            <p:cNvPr id="324" name="Google Shape;324;p14"/>
            <p:cNvGrpSpPr/>
            <p:nvPr/>
          </p:nvGrpSpPr>
          <p:grpSpPr>
            <a:xfrm>
              <a:off x="11751" y="2440707"/>
              <a:ext cx="4777902" cy="2703033"/>
              <a:chOff x="11750" y="-6290"/>
              <a:chExt cx="9125100" cy="5162400"/>
            </a:xfrm>
          </p:grpSpPr>
          <p:cxnSp>
            <p:nvCxnSpPr>
              <p:cNvPr id="325" name="Google Shape;325;p14"/>
              <p:cNvCxnSpPr/>
              <p:nvPr/>
            </p:nvCxnSpPr>
            <p:spPr>
              <a:xfrm>
                <a:off x="7055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26" name="Google Shape;326;p14"/>
              <p:cNvCxnSpPr/>
              <p:nvPr/>
            </p:nvCxnSpPr>
            <p:spPr>
              <a:xfrm>
                <a:off x="13993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27" name="Google Shape;327;p14"/>
              <p:cNvCxnSpPr/>
              <p:nvPr/>
            </p:nvCxnSpPr>
            <p:spPr>
              <a:xfrm>
                <a:off x="21049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28" name="Google Shape;328;p14"/>
              <p:cNvCxnSpPr/>
              <p:nvPr/>
            </p:nvCxnSpPr>
            <p:spPr>
              <a:xfrm>
                <a:off x="2813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29" name="Google Shape;329;p14"/>
              <p:cNvCxnSpPr/>
              <p:nvPr/>
            </p:nvCxnSpPr>
            <p:spPr>
              <a:xfrm>
                <a:off x="3507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30" name="Google Shape;330;p14"/>
              <p:cNvCxnSpPr/>
              <p:nvPr/>
            </p:nvCxnSpPr>
            <p:spPr>
              <a:xfrm>
                <a:off x="4212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31" name="Google Shape;331;p14"/>
              <p:cNvCxnSpPr/>
              <p:nvPr/>
            </p:nvCxnSpPr>
            <p:spPr>
              <a:xfrm>
                <a:off x="49214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32" name="Google Shape;332;p14"/>
              <p:cNvCxnSpPr/>
              <p:nvPr/>
            </p:nvCxnSpPr>
            <p:spPr>
              <a:xfrm>
                <a:off x="56152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33" name="Google Shape;333;p14"/>
              <p:cNvCxnSpPr/>
              <p:nvPr/>
            </p:nvCxnSpPr>
            <p:spPr>
              <a:xfrm>
                <a:off x="63207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34" name="Google Shape;334;p14"/>
              <p:cNvCxnSpPr/>
              <p:nvPr/>
            </p:nvCxnSpPr>
            <p:spPr>
              <a:xfrm>
                <a:off x="7039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35" name="Google Shape;335;p14"/>
              <p:cNvCxnSpPr/>
              <p:nvPr/>
            </p:nvCxnSpPr>
            <p:spPr>
              <a:xfrm>
                <a:off x="7733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36" name="Google Shape;336;p14"/>
              <p:cNvCxnSpPr/>
              <p:nvPr/>
            </p:nvCxnSpPr>
            <p:spPr>
              <a:xfrm>
                <a:off x="8438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37" name="Google Shape;337;p14"/>
              <p:cNvCxnSpPr/>
              <p:nvPr/>
            </p:nvCxnSpPr>
            <p:spPr>
              <a:xfrm>
                <a:off x="11750" y="482125"/>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38" name="Google Shape;338;p14"/>
              <p:cNvCxnSpPr/>
              <p:nvPr/>
            </p:nvCxnSpPr>
            <p:spPr>
              <a:xfrm>
                <a:off x="11750" y="935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39" name="Google Shape;339;p14"/>
              <p:cNvCxnSpPr/>
              <p:nvPr/>
            </p:nvCxnSpPr>
            <p:spPr>
              <a:xfrm>
                <a:off x="11750" y="14028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40" name="Google Shape;340;p14"/>
              <p:cNvCxnSpPr/>
              <p:nvPr/>
            </p:nvCxnSpPr>
            <p:spPr>
              <a:xfrm>
                <a:off x="11750" y="1870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41" name="Google Shape;341;p14"/>
              <p:cNvCxnSpPr/>
              <p:nvPr/>
            </p:nvCxnSpPr>
            <p:spPr>
              <a:xfrm>
                <a:off x="11750" y="23380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42" name="Google Shape;342;p14"/>
              <p:cNvCxnSpPr/>
              <p:nvPr/>
            </p:nvCxnSpPr>
            <p:spPr>
              <a:xfrm>
                <a:off x="11750" y="28056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43" name="Google Shape;343;p14"/>
              <p:cNvCxnSpPr/>
              <p:nvPr/>
            </p:nvCxnSpPr>
            <p:spPr>
              <a:xfrm>
                <a:off x="11750" y="3273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44" name="Google Shape;344;p14"/>
              <p:cNvCxnSpPr/>
              <p:nvPr/>
            </p:nvCxnSpPr>
            <p:spPr>
              <a:xfrm>
                <a:off x="11750" y="374795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45" name="Google Shape;345;p14"/>
              <p:cNvCxnSpPr/>
              <p:nvPr/>
            </p:nvCxnSpPr>
            <p:spPr>
              <a:xfrm>
                <a:off x="11750" y="4208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46" name="Google Shape;346;p14"/>
              <p:cNvCxnSpPr/>
              <p:nvPr/>
            </p:nvCxnSpPr>
            <p:spPr>
              <a:xfrm>
                <a:off x="11750" y="4668850"/>
                <a:ext cx="9125100" cy="0"/>
              </a:xfrm>
              <a:prstGeom prst="straightConnector1">
                <a:avLst/>
              </a:prstGeom>
              <a:noFill/>
              <a:ln w="9525" cap="flat" cmpd="sng">
                <a:solidFill>
                  <a:schemeClr val="accent5"/>
                </a:solidFill>
                <a:prstDash val="solid"/>
                <a:round/>
                <a:headEnd type="none" w="sm" len="sm"/>
                <a:tailEnd type="none" w="sm" len="sm"/>
              </a:ln>
            </p:spPr>
          </p:cxnSp>
        </p:grpSp>
        <p:grpSp>
          <p:nvGrpSpPr>
            <p:cNvPr id="347" name="Google Shape;347;p14"/>
            <p:cNvGrpSpPr/>
            <p:nvPr/>
          </p:nvGrpSpPr>
          <p:grpSpPr>
            <a:xfrm>
              <a:off x="4424426" y="-6300"/>
              <a:ext cx="4777902" cy="2703033"/>
              <a:chOff x="11750" y="-6290"/>
              <a:chExt cx="9125100" cy="5162400"/>
            </a:xfrm>
          </p:grpSpPr>
          <p:cxnSp>
            <p:nvCxnSpPr>
              <p:cNvPr id="348" name="Google Shape;348;p14"/>
              <p:cNvCxnSpPr/>
              <p:nvPr/>
            </p:nvCxnSpPr>
            <p:spPr>
              <a:xfrm>
                <a:off x="7055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49" name="Google Shape;349;p14"/>
              <p:cNvCxnSpPr/>
              <p:nvPr/>
            </p:nvCxnSpPr>
            <p:spPr>
              <a:xfrm>
                <a:off x="13993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50" name="Google Shape;350;p14"/>
              <p:cNvCxnSpPr/>
              <p:nvPr/>
            </p:nvCxnSpPr>
            <p:spPr>
              <a:xfrm>
                <a:off x="21049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51" name="Google Shape;351;p14"/>
              <p:cNvCxnSpPr/>
              <p:nvPr/>
            </p:nvCxnSpPr>
            <p:spPr>
              <a:xfrm>
                <a:off x="2813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52" name="Google Shape;352;p14"/>
              <p:cNvCxnSpPr/>
              <p:nvPr/>
            </p:nvCxnSpPr>
            <p:spPr>
              <a:xfrm>
                <a:off x="3507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53" name="Google Shape;353;p14"/>
              <p:cNvCxnSpPr/>
              <p:nvPr/>
            </p:nvCxnSpPr>
            <p:spPr>
              <a:xfrm>
                <a:off x="4212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54" name="Google Shape;354;p14"/>
              <p:cNvCxnSpPr/>
              <p:nvPr/>
            </p:nvCxnSpPr>
            <p:spPr>
              <a:xfrm>
                <a:off x="49214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55" name="Google Shape;355;p14"/>
              <p:cNvCxnSpPr/>
              <p:nvPr/>
            </p:nvCxnSpPr>
            <p:spPr>
              <a:xfrm>
                <a:off x="56152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56" name="Google Shape;356;p14"/>
              <p:cNvCxnSpPr/>
              <p:nvPr/>
            </p:nvCxnSpPr>
            <p:spPr>
              <a:xfrm>
                <a:off x="63207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57" name="Google Shape;357;p14"/>
              <p:cNvCxnSpPr/>
              <p:nvPr/>
            </p:nvCxnSpPr>
            <p:spPr>
              <a:xfrm>
                <a:off x="7039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58" name="Google Shape;358;p14"/>
              <p:cNvCxnSpPr/>
              <p:nvPr/>
            </p:nvCxnSpPr>
            <p:spPr>
              <a:xfrm>
                <a:off x="7733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59" name="Google Shape;359;p14"/>
              <p:cNvCxnSpPr/>
              <p:nvPr/>
            </p:nvCxnSpPr>
            <p:spPr>
              <a:xfrm>
                <a:off x="8438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60" name="Google Shape;360;p14"/>
              <p:cNvCxnSpPr/>
              <p:nvPr/>
            </p:nvCxnSpPr>
            <p:spPr>
              <a:xfrm>
                <a:off x="11750" y="482125"/>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61" name="Google Shape;361;p14"/>
              <p:cNvCxnSpPr/>
              <p:nvPr/>
            </p:nvCxnSpPr>
            <p:spPr>
              <a:xfrm>
                <a:off x="11750" y="935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62" name="Google Shape;362;p14"/>
              <p:cNvCxnSpPr/>
              <p:nvPr/>
            </p:nvCxnSpPr>
            <p:spPr>
              <a:xfrm>
                <a:off x="11750" y="14028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63" name="Google Shape;363;p14"/>
              <p:cNvCxnSpPr/>
              <p:nvPr/>
            </p:nvCxnSpPr>
            <p:spPr>
              <a:xfrm>
                <a:off x="11750" y="1870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64" name="Google Shape;364;p14"/>
              <p:cNvCxnSpPr/>
              <p:nvPr/>
            </p:nvCxnSpPr>
            <p:spPr>
              <a:xfrm>
                <a:off x="11750" y="23380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65" name="Google Shape;365;p14"/>
              <p:cNvCxnSpPr/>
              <p:nvPr/>
            </p:nvCxnSpPr>
            <p:spPr>
              <a:xfrm>
                <a:off x="11750" y="28056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66" name="Google Shape;366;p14"/>
              <p:cNvCxnSpPr/>
              <p:nvPr/>
            </p:nvCxnSpPr>
            <p:spPr>
              <a:xfrm>
                <a:off x="11750" y="3273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67" name="Google Shape;367;p14"/>
              <p:cNvCxnSpPr/>
              <p:nvPr/>
            </p:nvCxnSpPr>
            <p:spPr>
              <a:xfrm>
                <a:off x="11750" y="374795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68" name="Google Shape;368;p14"/>
              <p:cNvCxnSpPr/>
              <p:nvPr/>
            </p:nvCxnSpPr>
            <p:spPr>
              <a:xfrm>
                <a:off x="11750" y="4208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69" name="Google Shape;369;p14"/>
              <p:cNvCxnSpPr/>
              <p:nvPr/>
            </p:nvCxnSpPr>
            <p:spPr>
              <a:xfrm>
                <a:off x="11750" y="4668850"/>
                <a:ext cx="9125100" cy="0"/>
              </a:xfrm>
              <a:prstGeom prst="straightConnector1">
                <a:avLst/>
              </a:prstGeom>
              <a:noFill/>
              <a:ln w="9525" cap="flat" cmpd="sng">
                <a:solidFill>
                  <a:schemeClr val="accent5"/>
                </a:solidFill>
                <a:prstDash val="solid"/>
                <a:round/>
                <a:headEnd type="none" w="sm" len="sm"/>
                <a:tailEnd type="none" w="sm" len="sm"/>
              </a:ln>
            </p:spPr>
          </p:cxnSp>
        </p:grpSp>
        <p:grpSp>
          <p:nvGrpSpPr>
            <p:cNvPr id="370" name="Google Shape;370;p14"/>
            <p:cNvGrpSpPr/>
            <p:nvPr/>
          </p:nvGrpSpPr>
          <p:grpSpPr>
            <a:xfrm>
              <a:off x="4424426" y="2440707"/>
              <a:ext cx="4777902" cy="2703033"/>
              <a:chOff x="11750" y="-6290"/>
              <a:chExt cx="9125100" cy="5162400"/>
            </a:xfrm>
          </p:grpSpPr>
          <p:cxnSp>
            <p:nvCxnSpPr>
              <p:cNvPr id="371" name="Google Shape;371;p14"/>
              <p:cNvCxnSpPr/>
              <p:nvPr/>
            </p:nvCxnSpPr>
            <p:spPr>
              <a:xfrm>
                <a:off x="7055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72" name="Google Shape;372;p14"/>
              <p:cNvCxnSpPr/>
              <p:nvPr/>
            </p:nvCxnSpPr>
            <p:spPr>
              <a:xfrm>
                <a:off x="13993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73" name="Google Shape;373;p14"/>
              <p:cNvCxnSpPr/>
              <p:nvPr/>
            </p:nvCxnSpPr>
            <p:spPr>
              <a:xfrm>
                <a:off x="21049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74" name="Google Shape;374;p14"/>
              <p:cNvCxnSpPr/>
              <p:nvPr/>
            </p:nvCxnSpPr>
            <p:spPr>
              <a:xfrm>
                <a:off x="2813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75" name="Google Shape;375;p14"/>
              <p:cNvCxnSpPr/>
              <p:nvPr/>
            </p:nvCxnSpPr>
            <p:spPr>
              <a:xfrm>
                <a:off x="3507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76" name="Google Shape;376;p14"/>
              <p:cNvCxnSpPr/>
              <p:nvPr/>
            </p:nvCxnSpPr>
            <p:spPr>
              <a:xfrm>
                <a:off x="4212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77" name="Google Shape;377;p14"/>
              <p:cNvCxnSpPr/>
              <p:nvPr/>
            </p:nvCxnSpPr>
            <p:spPr>
              <a:xfrm>
                <a:off x="49214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78" name="Google Shape;378;p14"/>
              <p:cNvCxnSpPr/>
              <p:nvPr/>
            </p:nvCxnSpPr>
            <p:spPr>
              <a:xfrm>
                <a:off x="56152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79" name="Google Shape;379;p14"/>
              <p:cNvCxnSpPr/>
              <p:nvPr/>
            </p:nvCxnSpPr>
            <p:spPr>
              <a:xfrm>
                <a:off x="63207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80" name="Google Shape;380;p14"/>
              <p:cNvCxnSpPr/>
              <p:nvPr/>
            </p:nvCxnSpPr>
            <p:spPr>
              <a:xfrm>
                <a:off x="7039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81" name="Google Shape;381;p14"/>
              <p:cNvCxnSpPr/>
              <p:nvPr/>
            </p:nvCxnSpPr>
            <p:spPr>
              <a:xfrm>
                <a:off x="7733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82" name="Google Shape;382;p14"/>
              <p:cNvCxnSpPr/>
              <p:nvPr/>
            </p:nvCxnSpPr>
            <p:spPr>
              <a:xfrm>
                <a:off x="8438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383" name="Google Shape;383;p14"/>
              <p:cNvCxnSpPr/>
              <p:nvPr/>
            </p:nvCxnSpPr>
            <p:spPr>
              <a:xfrm>
                <a:off x="11750" y="482125"/>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84" name="Google Shape;384;p14"/>
              <p:cNvCxnSpPr/>
              <p:nvPr/>
            </p:nvCxnSpPr>
            <p:spPr>
              <a:xfrm>
                <a:off x="11750" y="935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85" name="Google Shape;385;p14"/>
              <p:cNvCxnSpPr/>
              <p:nvPr/>
            </p:nvCxnSpPr>
            <p:spPr>
              <a:xfrm>
                <a:off x="11750" y="14028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86" name="Google Shape;386;p14"/>
              <p:cNvCxnSpPr/>
              <p:nvPr/>
            </p:nvCxnSpPr>
            <p:spPr>
              <a:xfrm>
                <a:off x="11750" y="1870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87" name="Google Shape;387;p14"/>
              <p:cNvCxnSpPr/>
              <p:nvPr/>
            </p:nvCxnSpPr>
            <p:spPr>
              <a:xfrm>
                <a:off x="11750" y="23380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88" name="Google Shape;388;p14"/>
              <p:cNvCxnSpPr/>
              <p:nvPr/>
            </p:nvCxnSpPr>
            <p:spPr>
              <a:xfrm>
                <a:off x="11750" y="28056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89" name="Google Shape;389;p14"/>
              <p:cNvCxnSpPr/>
              <p:nvPr/>
            </p:nvCxnSpPr>
            <p:spPr>
              <a:xfrm>
                <a:off x="11750" y="3273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90" name="Google Shape;390;p14"/>
              <p:cNvCxnSpPr/>
              <p:nvPr/>
            </p:nvCxnSpPr>
            <p:spPr>
              <a:xfrm>
                <a:off x="11750" y="374795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91" name="Google Shape;391;p14"/>
              <p:cNvCxnSpPr/>
              <p:nvPr/>
            </p:nvCxnSpPr>
            <p:spPr>
              <a:xfrm>
                <a:off x="11750" y="4208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392" name="Google Shape;392;p14"/>
              <p:cNvCxnSpPr/>
              <p:nvPr/>
            </p:nvCxnSpPr>
            <p:spPr>
              <a:xfrm>
                <a:off x="11750" y="4668850"/>
                <a:ext cx="9125100" cy="0"/>
              </a:xfrm>
              <a:prstGeom prst="straightConnector1">
                <a:avLst/>
              </a:prstGeom>
              <a:noFill/>
              <a:ln w="9525" cap="flat" cmpd="sng">
                <a:solidFill>
                  <a:schemeClr val="accent5"/>
                </a:solidFill>
                <a:prstDash val="solid"/>
                <a:round/>
                <a:headEnd type="none" w="sm" len="sm"/>
                <a:tailEnd type="none" w="sm" len="sm"/>
              </a:ln>
            </p:spPr>
          </p:cxnSp>
        </p:grpSp>
      </p:grpSp>
      <p:sp>
        <p:nvSpPr>
          <p:cNvPr id="393" name="Google Shape;393;p14"/>
          <p:cNvSpPr txBox="1">
            <a:spLocks noGrp="1"/>
          </p:cNvSpPr>
          <p:nvPr>
            <p:ph type="title"/>
          </p:nvPr>
        </p:nvSpPr>
        <p:spPr>
          <a:xfrm>
            <a:off x="508875" y="874875"/>
            <a:ext cx="3003300" cy="557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3000"/>
              <a:buNone/>
              <a:defRPr b="0"/>
            </a:lvl1pPr>
            <a:lvl2pPr lvl="1">
              <a:lnSpc>
                <a:spcPct val="100000"/>
              </a:lnSpc>
              <a:spcBef>
                <a:spcPts val="0"/>
              </a:spcBef>
              <a:spcAft>
                <a:spcPts val="0"/>
              </a:spcAft>
              <a:buClr>
                <a:schemeClr val="lt1"/>
              </a:buClr>
              <a:buSzPts val="1400"/>
              <a:buNone/>
              <a:defRPr/>
            </a:lvl2pPr>
            <a:lvl3pPr lvl="2">
              <a:lnSpc>
                <a:spcPct val="100000"/>
              </a:lnSpc>
              <a:spcBef>
                <a:spcPts val="0"/>
              </a:spcBef>
              <a:spcAft>
                <a:spcPts val="0"/>
              </a:spcAft>
              <a:buClr>
                <a:schemeClr val="lt1"/>
              </a:buClr>
              <a:buSzPts val="1400"/>
              <a:buNone/>
              <a:defRPr/>
            </a:lvl3pPr>
            <a:lvl4pPr lvl="3">
              <a:lnSpc>
                <a:spcPct val="100000"/>
              </a:lnSpc>
              <a:spcBef>
                <a:spcPts val="0"/>
              </a:spcBef>
              <a:spcAft>
                <a:spcPts val="0"/>
              </a:spcAft>
              <a:buClr>
                <a:schemeClr val="lt1"/>
              </a:buClr>
              <a:buSzPts val="1400"/>
              <a:buNone/>
              <a:defRPr/>
            </a:lvl4pPr>
            <a:lvl5pPr lvl="4">
              <a:lnSpc>
                <a:spcPct val="100000"/>
              </a:lnSpc>
              <a:spcBef>
                <a:spcPts val="0"/>
              </a:spcBef>
              <a:spcAft>
                <a:spcPts val="0"/>
              </a:spcAft>
              <a:buClr>
                <a:schemeClr val="lt1"/>
              </a:buClr>
              <a:buSzPts val="1400"/>
              <a:buNone/>
              <a:defRPr/>
            </a:lvl5pPr>
            <a:lvl6pPr lvl="5">
              <a:lnSpc>
                <a:spcPct val="100000"/>
              </a:lnSpc>
              <a:spcBef>
                <a:spcPts val="0"/>
              </a:spcBef>
              <a:spcAft>
                <a:spcPts val="0"/>
              </a:spcAft>
              <a:buClr>
                <a:schemeClr val="lt1"/>
              </a:buClr>
              <a:buSzPts val="1400"/>
              <a:buNone/>
              <a:defRPr/>
            </a:lvl6pPr>
            <a:lvl7pPr lvl="6">
              <a:lnSpc>
                <a:spcPct val="100000"/>
              </a:lnSpc>
              <a:spcBef>
                <a:spcPts val="0"/>
              </a:spcBef>
              <a:spcAft>
                <a:spcPts val="0"/>
              </a:spcAft>
              <a:buClr>
                <a:schemeClr val="lt1"/>
              </a:buClr>
              <a:buSzPts val="1400"/>
              <a:buNone/>
              <a:defRPr/>
            </a:lvl7pPr>
            <a:lvl8pPr lvl="7">
              <a:lnSpc>
                <a:spcPct val="100000"/>
              </a:lnSpc>
              <a:spcBef>
                <a:spcPts val="0"/>
              </a:spcBef>
              <a:spcAft>
                <a:spcPts val="0"/>
              </a:spcAft>
              <a:buClr>
                <a:schemeClr val="lt1"/>
              </a:buClr>
              <a:buSzPts val="1400"/>
              <a:buNone/>
              <a:defRPr/>
            </a:lvl8pPr>
            <a:lvl9pPr lvl="8">
              <a:lnSpc>
                <a:spcPct val="100000"/>
              </a:lnSpc>
              <a:spcBef>
                <a:spcPts val="0"/>
              </a:spcBef>
              <a:spcAft>
                <a:spcPts val="0"/>
              </a:spcAft>
              <a:buClr>
                <a:schemeClr val="lt1"/>
              </a:buClr>
              <a:buSzPts val="1400"/>
              <a:buNone/>
              <a:defRPr/>
            </a:lvl9pPr>
          </a:lstStyle>
          <a:p>
            <a:endParaRPr/>
          </a:p>
        </p:txBody>
      </p:sp>
      <p:sp>
        <p:nvSpPr>
          <p:cNvPr id="394" name="Google Shape;394;p14"/>
          <p:cNvSpPr txBox="1">
            <a:spLocks noGrp="1"/>
          </p:cNvSpPr>
          <p:nvPr>
            <p:ph type="body" idx="1"/>
          </p:nvPr>
        </p:nvSpPr>
        <p:spPr>
          <a:xfrm>
            <a:off x="508875" y="1539275"/>
            <a:ext cx="3488400" cy="11823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200"/>
              <a:buNone/>
              <a:defRPr/>
            </a:lvl1pPr>
            <a:lvl2pPr marL="914400" lvl="1" indent="-228600">
              <a:lnSpc>
                <a:spcPct val="100000"/>
              </a:lnSpc>
              <a:spcBef>
                <a:spcPts val="0"/>
              </a:spcBef>
              <a:spcAft>
                <a:spcPts val="0"/>
              </a:spcAft>
              <a:buSzPts val="1200"/>
              <a:buNone/>
              <a:defRPr/>
            </a:lvl2pPr>
            <a:lvl3pPr marL="1371600" lvl="2" indent="-228600">
              <a:lnSpc>
                <a:spcPct val="100000"/>
              </a:lnSpc>
              <a:spcBef>
                <a:spcPts val="0"/>
              </a:spcBef>
              <a:spcAft>
                <a:spcPts val="0"/>
              </a:spcAft>
              <a:buSzPts val="1200"/>
              <a:buNone/>
              <a:defRPr/>
            </a:lvl3pPr>
            <a:lvl4pPr marL="1828800" lvl="3" indent="-228600">
              <a:lnSpc>
                <a:spcPct val="100000"/>
              </a:lnSpc>
              <a:spcBef>
                <a:spcPts val="0"/>
              </a:spcBef>
              <a:spcAft>
                <a:spcPts val="0"/>
              </a:spcAft>
              <a:buSzPts val="1200"/>
              <a:buNone/>
              <a:defRPr/>
            </a:lvl4pPr>
            <a:lvl5pPr marL="2286000" lvl="4" indent="-228600">
              <a:lnSpc>
                <a:spcPct val="100000"/>
              </a:lnSpc>
              <a:spcBef>
                <a:spcPts val="0"/>
              </a:spcBef>
              <a:spcAft>
                <a:spcPts val="0"/>
              </a:spcAft>
              <a:buSzPts val="1200"/>
              <a:buNone/>
              <a:defRPr/>
            </a:lvl5pPr>
            <a:lvl6pPr marL="2743200" lvl="5" indent="-228600">
              <a:lnSpc>
                <a:spcPct val="100000"/>
              </a:lnSpc>
              <a:spcBef>
                <a:spcPts val="0"/>
              </a:spcBef>
              <a:spcAft>
                <a:spcPts val="0"/>
              </a:spcAft>
              <a:buSzPts val="1200"/>
              <a:buNone/>
              <a:defRPr/>
            </a:lvl6pPr>
            <a:lvl7pPr marL="3200400" lvl="6" indent="-228600">
              <a:lnSpc>
                <a:spcPct val="100000"/>
              </a:lnSpc>
              <a:spcBef>
                <a:spcPts val="0"/>
              </a:spcBef>
              <a:spcAft>
                <a:spcPts val="0"/>
              </a:spcAft>
              <a:buSzPts val="1200"/>
              <a:buNone/>
              <a:defRPr/>
            </a:lvl7pPr>
            <a:lvl8pPr marL="3657600" lvl="7" indent="-228600">
              <a:lnSpc>
                <a:spcPct val="100000"/>
              </a:lnSpc>
              <a:spcBef>
                <a:spcPts val="0"/>
              </a:spcBef>
              <a:spcAft>
                <a:spcPts val="0"/>
              </a:spcAft>
              <a:buSzPts val="1200"/>
              <a:buNone/>
              <a:defRPr/>
            </a:lvl8pPr>
            <a:lvl9pPr marL="4114800" lvl="8" indent="-228600">
              <a:lnSpc>
                <a:spcPct val="100000"/>
              </a:lnSpc>
              <a:spcBef>
                <a:spcPts val="0"/>
              </a:spcBef>
              <a:spcAft>
                <a:spcPts val="0"/>
              </a:spcAft>
              <a:buSzPts val="1200"/>
              <a:buNone/>
              <a:defRPr/>
            </a:lvl9pPr>
          </a:lstStyle>
          <a:p>
            <a:endParaRPr/>
          </a:p>
        </p:txBody>
      </p:sp>
      <p:sp>
        <p:nvSpPr>
          <p:cNvPr id="395" name="Google Shape;395;p14"/>
          <p:cNvSpPr txBox="1">
            <a:spLocks noGrp="1"/>
          </p:cNvSpPr>
          <p:nvPr>
            <p:ph type="title" idx="2"/>
          </p:nvPr>
        </p:nvSpPr>
        <p:spPr>
          <a:xfrm rot="-173518">
            <a:off x="5146753" y="4388081"/>
            <a:ext cx="1974114" cy="245408"/>
          </a:xfrm>
          <a:prstGeom prst="rect">
            <a:avLst/>
          </a:prstGeom>
          <a:solidFill>
            <a:schemeClr val="accent6"/>
          </a:solidFill>
        </p:spPr>
        <p:txBody>
          <a:bodyPr spcFirstLastPara="1" wrap="square" lIns="91425" tIns="91425" rIns="91425" bIns="91425" anchor="ctr" anchorCtr="0">
            <a:spAutoFit/>
          </a:bodyPr>
          <a:lstStyle>
            <a:lvl1pPr lvl="0" algn="ctr">
              <a:lnSpc>
                <a:spcPct val="100000"/>
              </a:lnSpc>
              <a:spcBef>
                <a:spcPts val="0"/>
              </a:spcBef>
              <a:spcAft>
                <a:spcPts val="0"/>
              </a:spcAft>
              <a:buClr>
                <a:schemeClr val="lt1"/>
              </a:buClr>
              <a:buSzPts val="1000"/>
              <a:buNone/>
              <a:defRPr sz="10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
        <p:nvSpPr>
          <p:cNvPr id="396" name="Google Shape;396;p14"/>
          <p:cNvSpPr txBox="1">
            <a:spLocks noGrp="1"/>
          </p:cNvSpPr>
          <p:nvPr>
            <p:ph type="title" idx="3"/>
          </p:nvPr>
        </p:nvSpPr>
        <p:spPr>
          <a:xfrm rot="-130161">
            <a:off x="5801505" y="3629872"/>
            <a:ext cx="2662908" cy="632256"/>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000"/>
              <a:buNone/>
              <a:defRPr sz="10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Tree>
  </p:cSld>
  <p:clrMapOvr>
    <a:masterClrMapping/>
  </p:clrMapOvr>
  <p:extLst>
    <p:ext uri="{DCECCB84-F9BA-43D5-87BE-67443E8EF086}">
      <p15:sldGuideLst xmlns:p15="http://schemas.microsoft.com/office/powerpoint/2012/main">
        <p15:guide id="1" pos="32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ustom section title and description">
  <p:cSld name="BLANK_1_1_1_1_1_1_1">
    <p:spTree>
      <p:nvGrpSpPr>
        <p:cNvPr id="1" name="Shape 397"/>
        <p:cNvGrpSpPr/>
        <p:nvPr/>
      </p:nvGrpSpPr>
      <p:grpSpPr>
        <a:xfrm>
          <a:off x="0" y="0"/>
          <a:ext cx="0" cy="0"/>
          <a:chOff x="0" y="0"/>
          <a:chExt cx="0" cy="0"/>
        </a:xfrm>
      </p:grpSpPr>
      <p:grpSp>
        <p:nvGrpSpPr>
          <p:cNvPr id="398" name="Google Shape;398;p15"/>
          <p:cNvGrpSpPr/>
          <p:nvPr/>
        </p:nvGrpSpPr>
        <p:grpSpPr>
          <a:xfrm>
            <a:off x="0" y="939481"/>
            <a:ext cx="9144000" cy="3964219"/>
            <a:chOff x="0" y="939481"/>
            <a:chExt cx="9144000" cy="3964219"/>
          </a:xfrm>
        </p:grpSpPr>
        <p:cxnSp>
          <p:nvCxnSpPr>
            <p:cNvPr id="399" name="Google Shape;399;p15"/>
            <p:cNvCxnSpPr/>
            <p:nvPr/>
          </p:nvCxnSpPr>
          <p:spPr>
            <a:xfrm>
              <a:off x="0" y="939481"/>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400" name="Google Shape;400;p15"/>
            <p:cNvCxnSpPr/>
            <p:nvPr/>
          </p:nvCxnSpPr>
          <p:spPr>
            <a:xfrm>
              <a:off x="0" y="28463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401" name="Google Shape;401;p15"/>
            <p:cNvCxnSpPr/>
            <p:nvPr/>
          </p:nvCxnSpPr>
          <p:spPr>
            <a:xfrm>
              <a:off x="0" y="30749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402" name="Google Shape;402;p15"/>
            <p:cNvCxnSpPr/>
            <p:nvPr/>
          </p:nvCxnSpPr>
          <p:spPr>
            <a:xfrm>
              <a:off x="0" y="33035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403" name="Google Shape;403;p15"/>
            <p:cNvCxnSpPr/>
            <p:nvPr/>
          </p:nvCxnSpPr>
          <p:spPr>
            <a:xfrm>
              <a:off x="0" y="35321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404" name="Google Shape;404;p15"/>
            <p:cNvCxnSpPr/>
            <p:nvPr/>
          </p:nvCxnSpPr>
          <p:spPr>
            <a:xfrm>
              <a:off x="0" y="37607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405" name="Google Shape;405;p15"/>
            <p:cNvCxnSpPr/>
            <p:nvPr/>
          </p:nvCxnSpPr>
          <p:spPr>
            <a:xfrm>
              <a:off x="0" y="39893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406" name="Google Shape;406;p15"/>
            <p:cNvCxnSpPr/>
            <p:nvPr/>
          </p:nvCxnSpPr>
          <p:spPr>
            <a:xfrm>
              <a:off x="0" y="42179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407" name="Google Shape;407;p15"/>
            <p:cNvCxnSpPr/>
            <p:nvPr/>
          </p:nvCxnSpPr>
          <p:spPr>
            <a:xfrm>
              <a:off x="0" y="44465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408" name="Google Shape;408;p15"/>
            <p:cNvCxnSpPr/>
            <p:nvPr/>
          </p:nvCxnSpPr>
          <p:spPr>
            <a:xfrm>
              <a:off x="0" y="46751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409" name="Google Shape;409;p15"/>
            <p:cNvCxnSpPr/>
            <p:nvPr/>
          </p:nvCxnSpPr>
          <p:spPr>
            <a:xfrm>
              <a:off x="0" y="4903700"/>
              <a:ext cx="9144000" cy="0"/>
            </a:xfrm>
            <a:prstGeom prst="straightConnector1">
              <a:avLst/>
            </a:prstGeom>
            <a:noFill/>
            <a:ln w="9525" cap="flat" cmpd="sng">
              <a:solidFill>
                <a:schemeClr val="accent5"/>
              </a:solidFill>
              <a:prstDash val="solid"/>
              <a:round/>
              <a:headEnd type="none" w="sm" len="sm"/>
              <a:tailEnd type="none" w="sm" len="sm"/>
            </a:ln>
          </p:spPr>
        </p:cxnSp>
      </p:grpSp>
      <p:sp>
        <p:nvSpPr>
          <p:cNvPr id="410" name="Google Shape;410;p15"/>
          <p:cNvSpPr/>
          <p:nvPr/>
        </p:nvSpPr>
        <p:spPr>
          <a:xfrm rot="341415">
            <a:off x="4870163" y="329972"/>
            <a:ext cx="3279862" cy="4606714"/>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nvGrpSpPr>
          <p:cNvPr id="411" name="Google Shape;411;p15"/>
          <p:cNvGrpSpPr/>
          <p:nvPr/>
        </p:nvGrpSpPr>
        <p:grpSpPr>
          <a:xfrm rot="341264">
            <a:off x="4864199" y="350512"/>
            <a:ext cx="184449" cy="4334311"/>
            <a:chOff x="5380497" y="383100"/>
            <a:chExt cx="189628" cy="4456010"/>
          </a:xfrm>
        </p:grpSpPr>
        <p:grpSp>
          <p:nvGrpSpPr>
            <p:cNvPr id="412" name="Google Shape;412;p15"/>
            <p:cNvGrpSpPr/>
            <p:nvPr/>
          </p:nvGrpSpPr>
          <p:grpSpPr>
            <a:xfrm>
              <a:off x="5380497" y="383100"/>
              <a:ext cx="189628" cy="981668"/>
              <a:chOff x="5380497" y="383100"/>
              <a:chExt cx="189628" cy="981668"/>
            </a:xfrm>
          </p:grpSpPr>
          <p:grpSp>
            <p:nvGrpSpPr>
              <p:cNvPr id="413" name="Google Shape;413;p15"/>
              <p:cNvGrpSpPr/>
              <p:nvPr/>
            </p:nvGrpSpPr>
            <p:grpSpPr>
              <a:xfrm>
                <a:off x="5380497" y="383100"/>
                <a:ext cx="187974" cy="130800"/>
                <a:chOff x="4804925" y="764100"/>
                <a:chExt cx="187974" cy="130800"/>
              </a:xfrm>
            </p:grpSpPr>
            <p:sp>
              <p:nvSpPr>
                <p:cNvPr id="414" name="Google Shape;414;p15"/>
                <p:cNvSpPr/>
                <p:nvPr/>
              </p:nvSpPr>
              <p:spPr>
                <a:xfrm>
                  <a:off x="4856699" y="764100"/>
                  <a:ext cx="136200" cy="1308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15" name="Google Shape;415;p15"/>
                <p:cNvSpPr/>
                <p:nvPr/>
              </p:nvSpPr>
              <p:spPr>
                <a:xfrm>
                  <a:off x="4804925" y="811200"/>
                  <a:ext cx="61800" cy="36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16" name="Google Shape;416;p15"/>
              <p:cNvGrpSpPr/>
              <p:nvPr/>
            </p:nvGrpSpPr>
            <p:grpSpPr>
              <a:xfrm>
                <a:off x="5382151" y="822110"/>
                <a:ext cx="187974" cy="130800"/>
                <a:chOff x="4804925" y="764100"/>
                <a:chExt cx="187974" cy="130800"/>
              </a:xfrm>
            </p:grpSpPr>
            <p:sp>
              <p:nvSpPr>
                <p:cNvPr id="417" name="Google Shape;417;p15"/>
                <p:cNvSpPr/>
                <p:nvPr/>
              </p:nvSpPr>
              <p:spPr>
                <a:xfrm>
                  <a:off x="4856699" y="764100"/>
                  <a:ext cx="136200" cy="1308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18" name="Google Shape;418;p15"/>
                <p:cNvSpPr/>
                <p:nvPr/>
              </p:nvSpPr>
              <p:spPr>
                <a:xfrm>
                  <a:off x="4804925" y="811200"/>
                  <a:ext cx="61800" cy="36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19" name="Google Shape;419;p15"/>
              <p:cNvGrpSpPr/>
              <p:nvPr/>
            </p:nvGrpSpPr>
            <p:grpSpPr>
              <a:xfrm>
                <a:off x="5382151" y="1233968"/>
                <a:ext cx="187974" cy="130800"/>
                <a:chOff x="4804925" y="764100"/>
                <a:chExt cx="187974" cy="130800"/>
              </a:xfrm>
            </p:grpSpPr>
            <p:sp>
              <p:nvSpPr>
                <p:cNvPr id="420" name="Google Shape;420;p15"/>
                <p:cNvSpPr/>
                <p:nvPr/>
              </p:nvSpPr>
              <p:spPr>
                <a:xfrm>
                  <a:off x="4856699" y="764100"/>
                  <a:ext cx="136200" cy="1308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21" name="Google Shape;421;p15"/>
                <p:cNvSpPr/>
                <p:nvPr/>
              </p:nvSpPr>
              <p:spPr>
                <a:xfrm>
                  <a:off x="4804925" y="811200"/>
                  <a:ext cx="61800" cy="36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422" name="Google Shape;422;p15"/>
            <p:cNvGrpSpPr/>
            <p:nvPr/>
          </p:nvGrpSpPr>
          <p:grpSpPr>
            <a:xfrm>
              <a:off x="5380497" y="1678500"/>
              <a:ext cx="189628" cy="981668"/>
              <a:chOff x="5380497" y="383100"/>
              <a:chExt cx="189628" cy="981668"/>
            </a:xfrm>
          </p:grpSpPr>
          <p:grpSp>
            <p:nvGrpSpPr>
              <p:cNvPr id="423" name="Google Shape;423;p15"/>
              <p:cNvGrpSpPr/>
              <p:nvPr/>
            </p:nvGrpSpPr>
            <p:grpSpPr>
              <a:xfrm>
                <a:off x="5380497" y="383100"/>
                <a:ext cx="187974" cy="130800"/>
                <a:chOff x="4804925" y="764100"/>
                <a:chExt cx="187974" cy="130800"/>
              </a:xfrm>
            </p:grpSpPr>
            <p:sp>
              <p:nvSpPr>
                <p:cNvPr id="424" name="Google Shape;424;p15"/>
                <p:cNvSpPr/>
                <p:nvPr/>
              </p:nvSpPr>
              <p:spPr>
                <a:xfrm>
                  <a:off x="4856699" y="764100"/>
                  <a:ext cx="136200" cy="1308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25" name="Google Shape;425;p15"/>
                <p:cNvSpPr/>
                <p:nvPr/>
              </p:nvSpPr>
              <p:spPr>
                <a:xfrm>
                  <a:off x="4804925" y="811200"/>
                  <a:ext cx="61800" cy="36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26" name="Google Shape;426;p15"/>
              <p:cNvGrpSpPr/>
              <p:nvPr/>
            </p:nvGrpSpPr>
            <p:grpSpPr>
              <a:xfrm>
                <a:off x="5382151" y="822110"/>
                <a:ext cx="187974" cy="130800"/>
                <a:chOff x="4804925" y="764100"/>
                <a:chExt cx="187974" cy="130800"/>
              </a:xfrm>
            </p:grpSpPr>
            <p:sp>
              <p:nvSpPr>
                <p:cNvPr id="427" name="Google Shape;427;p15"/>
                <p:cNvSpPr/>
                <p:nvPr/>
              </p:nvSpPr>
              <p:spPr>
                <a:xfrm>
                  <a:off x="4856699" y="764100"/>
                  <a:ext cx="136200" cy="1308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28" name="Google Shape;428;p15"/>
                <p:cNvSpPr/>
                <p:nvPr/>
              </p:nvSpPr>
              <p:spPr>
                <a:xfrm>
                  <a:off x="4804925" y="811200"/>
                  <a:ext cx="61800" cy="36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29" name="Google Shape;429;p15"/>
              <p:cNvGrpSpPr/>
              <p:nvPr/>
            </p:nvGrpSpPr>
            <p:grpSpPr>
              <a:xfrm>
                <a:off x="5382151" y="1233968"/>
                <a:ext cx="187974" cy="130800"/>
                <a:chOff x="4804925" y="764100"/>
                <a:chExt cx="187974" cy="130800"/>
              </a:xfrm>
            </p:grpSpPr>
            <p:sp>
              <p:nvSpPr>
                <p:cNvPr id="430" name="Google Shape;430;p15"/>
                <p:cNvSpPr/>
                <p:nvPr/>
              </p:nvSpPr>
              <p:spPr>
                <a:xfrm>
                  <a:off x="4856699" y="764100"/>
                  <a:ext cx="136200" cy="1308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31" name="Google Shape;431;p15"/>
                <p:cNvSpPr/>
                <p:nvPr/>
              </p:nvSpPr>
              <p:spPr>
                <a:xfrm>
                  <a:off x="4804925" y="811200"/>
                  <a:ext cx="61800" cy="36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432" name="Google Shape;432;p15"/>
            <p:cNvGrpSpPr/>
            <p:nvPr/>
          </p:nvGrpSpPr>
          <p:grpSpPr>
            <a:xfrm>
              <a:off x="5380497" y="2973900"/>
              <a:ext cx="189628" cy="981668"/>
              <a:chOff x="5380497" y="383100"/>
              <a:chExt cx="189628" cy="981668"/>
            </a:xfrm>
          </p:grpSpPr>
          <p:grpSp>
            <p:nvGrpSpPr>
              <p:cNvPr id="433" name="Google Shape;433;p15"/>
              <p:cNvGrpSpPr/>
              <p:nvPr/>
            </p:nvGrpSpPr>
            <p:grpSpPr>
              <a:xfrm>
                <a:off x="5380497" y="383100"/>
                <a:ext cx="187974" cy="130800"/>
                <a:chOff x="4804925" y="764100"/>
                <a:chExt cx="187974" cy="130800"/>
              </a:xfrm>
            </p:grpSpPr>
            <p:sp>
              <p:nvSpPr>
                <p:cNvPr id="434" name="Google Shape;434;p15"/>
                <p:cNvSpPr/>
                <p:nvPr/>
              </p:nvSpPr>
              <p:spPr>
                <a:xfrm>
                  <a:off x="4856699" y="764100"/>
                  <a:ext cx="136200" cy="1308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35" name="Google Shape;435;p15"/>
                <p:cNvSpPr/>
                <p:nvPr/>
              </p:nvSpPr>
              <p:spPr>
                <a:xfrm>
                  <a:off x="4804925" y="811200"/>
                  <a:ext cx="61800" cy="36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36" name="Google Shape;436;p15"/>
              <p:cNvGrpSpPr/>
              <p:nvPr/>
            </p:nvGrpSpPr>
            <p:grpSpPr>
              <a:xfrm>
                <a:off x="5382151" y="822110"/>
                <a:ext cx="187974" cy="130800"/>
                <a:chOff x="4804925" y="764100"/>
                <a:chExt cx="187974" cy="130800"/>
              </a:xfrm>
            </p:grpSpPr>
            <p:sp>
              <p:nvSpPr>
                <p:cNvPr id="437" name="Google Shape;437;p15"/>
                <p:cNvSpPr/>
                <p:nvPr/>
              </p:nvSpPr>
              <p:spPr>
                <a:xfrm>
                  <a:off x="4856699" y="764100"/>
                  <a:ext cx="136200" cy="1308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38" name="Google Shape;438;p15"/>
                <p:cNvSpPr/>
                <p:nvPr/>
              </p:nvSpPr>
              <p:spPr>
                <a:xfrm>
                  <a:off x="4804925" y="811200"/>
                  <a:ext cx="61800" cy="36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39" name="Google Shape;439;p15"/>
              <p:cNvGrpSpPr/>
              <p:nvPr/>
            </p:nvGrpSpPr>
            <p:grpSpPr>
              <a:xfrm>
                <a:off x="5382151" y="1233968"/>
                <a:ext cx="187974" cy="130800"/>
                <a:chOff x="4804925" y="764100"/>
                <a:chExt cx="187974" cy="130800"/>
              </a:xfrm>
            </p:grpSpPr>
            <p:sp>
              <p:nvSpPr>
                <p:cNvPr id="440" name="Google Shape;440;p15"/>
                <p:cNvSpPr/>
                <p:nvPr/>
              </p:nvSpPr>
              <p:spPr>
                <a:xfrm>
                  <a:off x="4856699" y="764100"/>
                  <a:ext cx="136200" cy="1308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41" name="Google Shape;441;p15"/>
                <p:cNvSpPr/>
                <p:nvPr/>
              </p:nvSpPr>
              <p:spPr>
                <a:xfrm>
                  <a:off x="4804925" y="811200"/>
                  <a:ext cx="61800" cy="36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442" name="Google Shape;442;p15"/>
            <p:cNvGrpSpPr/>
            <p:nvPr/>
          </p:nvGrpSpPr>
          <p:grpSpPr>
            <a:xfrm>
              <a:off x="5380497" y="4269300"/>
              <a:ext cx="189628" cy="569810"/>
              <a:chOff x="5380497" y="383100"/>
              <a:chExt cx="189628" cy="569810"/>
            </a:xfrm>
          </p:grpSpPr>
          <p:grpSp>
            <p:nvGrpSpPr>
              <p:cNvPr id="443" name="Google Shape;443;p15"/>
              <p:cNvGrpSpPr/>
              <p:nvPr/>
            </p:nvGrpSpPr>
            <p:grpSpPr>
              <a:xfrm>
                <a:off x="5380497" y="383100"/>
                <a:ext cx="187974" cy="130800"/>
                <a:chOff x="4804925" y="764100"/>
                <a:chExt cx="187974" cy="130800"/>
              </a:xfrm>
            </p:grpSpPr>
            <p:sp>
              <p:nvSpPr>
                <p:cNvPr id="444" name="Google Shape;444;p15"/>
                <p:cNvSpPr/>
                <p:nvPr/>
              </p:nvSpPr>
              <p:spPr>
                <a:xfrm>
                  <a:off x="4856699" y="764100"/>
                  <a:ext cx="136200" cy="1308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45" name="Google Shape;445;p15"/>
                <p:cNvSpPr/>
                <p:nvPr/>
              </p:nvSpPr>
              <p:spPr>
                <a:xfrm>
                  <a:off x="4804925" y="811200"/>
                  <a:ext cx="61800" cy="36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46" name="Google Shape;446;p15"/>
              <p:cNvGrpSpPr/>
              <p:nvPr/>
            </p:nvGrpSpPr>
            <p:grpSpPr>
              <a:xfrm>
                <a:off x="5382151" y="822110"/>
                <a:ext cx="187974" cy="130800"/>
                <a:chOff x="4804925" y="764100"/>
                <a:chExt cx="187974" cy="130800"/>
              </a:xfrm>
            </p:grpSpPr>
            <p:sp>
              <p:nvSpPr>
                <p:cNvPr id="447" name="Google Shape;447;p15"/>
                <p:cNvSpPr/>
                <p:nvPr/>
              </p:nvSpPr>
              <p:spPr>
                <a:xfrm>
                  <a:off x="4856699" y="764100"/>
                  <a:ext cx="136200" cy="1308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48" name="Google Shape;448;p15"/>
                <p:cNvSpPr/>
                <p:nvPr/>
              </p:nvSpPr>
              <p:spPr>
                <a:xfrm>
                  <a:off x="4804925" y="811200"/>
                  <a:ext cx="61800" cy="36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sp>
        <p:nvSpPr>
          <p:cNvPr id="449" name="Google Shape;449;p15"/>
          <p:cNvSpPr/>
          <p:nvPr/>
        </p:nvSpPr>
        <p:spPr>
          <a:xfrm>
            <a:off x="5136896" y="329628"/>
            <a:ext cx="3280500" cy="46074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nvGrpSpPr>
          <p:cNvPr id="450" name="Google Shape;450;p15"/>
          <p:cNvGrpSpPr/>
          <p:nvPr/>
        </p:nvGrpSpPr>
        <p:grpSpPr>
          <a:xfrm>
            <a:off x="5137471" y="504148"/>
            <a:ext cx="184470" cy="4334807"/>
            <a:chOff x="5380497" y="383100"/>
            <a:chExt cx="189628" cy="4456010"/>
          </a:xfrm>
        </p:grpSpPr>
        <p:grpSp>
          <p:nvGrpSpPr>
            <p:cNvPr id="451" name="Google Shape;451;p15"/>
            <p:cNvGrpSpPr/>
            <p:nvPr/>
          </p:nvGrpSpPr>
          <p:grpSpPr>
            <a:xfrm>
              <a:off x="5380497" y="383100"/>
              <a:ext cx="189628" cy="981668"/>
              <a:chOff x="5380497" y="383100"/>
              <a:chExt cx="189628" cy="981668"/>
            </a:xfrm>
          </p:grpSpPr>
          <p:grpSp>
            <p:nvGrpSpPr>
              <p:cNvPr id="452" name="Google Shape;452;p15"/>
              <p:cNvGrpSpPr/>
              <p:nvPr/>
            </p:nvGrpSpPr>
            <p:grpSpPr>
              <a:xfrm>
                <a:off x="5380497" y="383100"/>
                <a:ext cx="187974" cy="130800"/>
                <a:chOff x="4804925" y="764100"/>
                <a:chExt cx="187974" cy="130800"/>
              </a:xfrm>
            </p:grpSpPr>
            <p:sp>
              <p:nvSpPr>
                <p:cNvPr id="453" name="Google Shape;453;p15"/>
                <p:cNvSpPr/>
                <p:nvPr/>
              </p:nvSpPr>
              <p:spPr>
                <a:xfrm>
                  <a:off x="4856699" y="764100"/>
                  <a:ext cx="136200" cy="130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54" name="Google Shape;454;p15"/>
                <p:cNvSpPr/>
                <p:nvPr/>
              </p:nvSpPr>
              <p:spPr>
                <a:xfrm>
                  <a:off x="4804925" y="811200"/>
                  <a:ext cx="61800" cy="3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55" name="Google Shape;455;p15"/>
              <p:cNvGrpSpPr/>
              <p:nvPr/>
            </p:nvGrpSpPr>
            <p:grpSpPr>
              <a:xfrm>
                <a:off x="5382151" y="822110"/>
                <a:ext cx="187974" cy="130800"/>
                <a:chOff x="4804925" y="764100"/>
                <a:chExt cx="187974" cy="130800"/>
              </a:xfrm>
            </p:grpSpPr>
            <p:sp>
              <p:nvSpPr>
                <p:cNvPr id="456" name="Google Shape;456;p15"/>
                <p:cNvSpPr/>
                <p:nvPr/>
              </p:nvSpPr>
              <p:spPr>
                <a:xfrm>
                  <a:off x="4856699" y="764100"/>
                  <a:ext cx="136200" cy="130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57" name="Google Shape;457;p15"/>
                <p:cNvSpPr/>
                <p:nvPr/>
              </p:nvSpPr>
              <p:spPr>
                <a:xfrm>
                  <a:off x="4804925" y="811200"/>
                  <a:ext cx="61800" cy="3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58" name="Google Shape;458;p15"/>
              <p:cNvGrpSpPr/>
              <p:nvPr/>
            </p:nvGrpSpPr>
            <p:grpSpPr>
              <a:xfrm>
                <a:off x="5382151" y="1233968"/>
                <a:ext cx="187974" cy="130800"/>
                <a:chOff x="4804925" y="764100"/>
                <a:chExt cx="187974" cy="130800"/>
              </a:xfrm>
            </p:grpSpPr>
            <p:sp>
              <p:nvSpPr>
                <p:cNvPr id="459" name="Google Shape;459;p15"/>
                <p:cNvSpPr/>
                <p:nvPr/>
              </p:nvSpPr>
              <p:spPr>
                <a:xfrm>
                  <a:off x="4856699" y="764100"/>
                  <a:ext cx="136200" cy="130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60" name="Google Shape;460;p15"/>
                <p:cNvSpPr/>
                <p:nvPr/>
              </p:nvSpPr>
              <p:spPr>
                <a:xfrm>
                  <a:off x="4804925" y="811200"/>
                  <a:ext cx="61800" cy="3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461" name="Google Shape;461;p15"/>
            <p:cNvGrpSpPr/>
            <p:nvPr/>
          </p:nvGrpSpPr>
          <p:grpSpPr>
            <a:xfrm>
              <a:off x="5380497" y="1678500"/>
              <a:ext cx="189628" cy="981668"/>
              <a:chOff x="5380497" y="383100"/>
              <a:chExt cx="189628" cy="981668"/>
            </a:xfrm>
          </p:grpSpPr>
          <p:grpSp>
            <p:nvGrpSpPr>
              <p:cNvPr id="462" name="Google Shape;462;p15"/>
              <p:cNvGrpSpPr/>
              <p:nvPr/>
            </p:nvGrpSpPr>
            <p:grpSpPr>
              <a:xfrm>
                <a:off x="5380497" y="383100"/>
                <a:ext cx="187974" cy="130800"/>
                <a:chOff x="4804925" y="764100"/>
                <a:chExt cx="187974" cy="130800"/>
              </a:xfrm>
            </p:grpSpPr>
            <p:sp>
              <p:nvSpPr>
                <p:cNvPr id="463" name="Google Shape;463;p15"/>
                <p:cNvSpPr/>
                <p:nvPr/>
              </p:nvSpPr>
              <p:spPr>
                <a:xfrm>
                  <a:off x="4856699" y="764100"/>
                  <a:ext cx="136200" cy="130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64" name="Google Shape;464;p15"/>
                <p:cNvSpPr/>
                <p:nvPr/>
              </p:nvSpPr>
              <p:spPr>
                <a:xfrm>
                  <a:off x="4804925" y="811200"/>
                  <a:ext cx="61800" cy="3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65" name="Google Shape;465;p15"/>
              <p:cNvGrpSpPr/>
              <p:nvPr/>
            </p:nvGrpSpPr>
            <p:grpSpPr>
              <a:xfrm>
                <a:off x="5382151" y="822110"/>
                <a:ext cx="187974" cy="130800"/>
                <a:chOff x="4804925" y="764100"/>
                <a:chExt cx="187974" cy="130800"/>
              </a:xfrm>
            </p:grpSpPr>
            <p:sp>
              <p:nvSpPr>
                <p:cNvPr id="466" name="Google Shape;466;p15"/>
                <p:cNvSpPr/>
                <p:nvPr/>
              </p:nvSpPr>
              <p:spPr>
                <a:xfrm>
                  <a:off x="4856699" y="764100"/>
                  <a:ext cx="136200" cy="130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67" name="Google Shape;467;p15"/>
                <p:cNvSpPr/>
                <p:nvPr/>
              </p:nvSpPr>
              <p:spPr>
                <a:xfrm>
                  <a:off x="4804925" y="811200"/>
                  <a:ext cx="61800" cy="3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68" name="Google Shape;468;p15"/>
              <p:cNvGrpSpPr/>
              <p:nvPr/>
            </p:nvGrpSpPr>
            <p:grpSpPr>
              <a:xfrm>
                <a:off x="5382151" y="1233968"/>
                <a:ext cx="187974" cy="130800"/>
                <a:chOff x="4804925" y="764100"/>
                <a:chExt cx="187974" cy="130800"/>
              </a:xfrm>
            </p:grpSpPr>
            <p:sp>
              <p:nvSpPr>
                <p:cNvPr id="469" name="Google Shape;469;p15"/>
                <p:cNvSpPr/>
                <p:nvPr/>
              </p:nvSpPr>
              <p:spPr>
                <a:xfrm>
                  <a:off x="4856699" y="764100"/>
                  <a:ext cx="136200" cy="130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70" name="Google Shape;470;p15"/>
                <p:cNvSpPr/>
                <p:nvPr/>
              </p:nvSpPr>
              <p:spPr>
                <a:xfrm>
                  <a:off x="4804925" y="811200"/>
                  <a:ext cx="61800" cy="3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471" name="Google Shape;471;p15"/>
            <p:cNvGrpSpPr/>
            <p:nvPr/>
          </p:nvGrpSpPr>
          <p:grpSpPr>
            <a:xfrm>
              <a:off x="5380497" y="2973900"/>
              <a:ext cx="189628" cy="981668"/>
              <a:chOff x="5380497" y="383100"/>
              <a:chExt cx="189628" cy="981668"/>
            </a:xfrm>
          </p:grpSpPr>
          <p:grpSp>
            <p:nvGrpSpPr>
              <p:cNvPr id="472" name="Google Shape;472;p15"/>
              <p:cNvGrpSpPr/>
              <p:nvPr/>
            </p:nvGrpSpPr>
            <p:grpSpPr>
              <a:xfrm>
                <a:off x="5380497" y="383100"/>
                <a:ext cx="187974" cy="130800"/>
                <a:chOff x="4804925" y="764100"/>
                <a:chExt cx="187974" cy="130800"/>
              </a:xfrm>
            </p:grpSpPr>
            <p:sp>
              <p:nvSpPr>
                <p:cNvPr id="473" name="Google Shape;473;p15"/>
                <p:cNvSpPr/>
                <p:nvPr/>
              </p:nvSpPr>
              <p:spPr>
                <a:xfrm>
                  <a:off x="4856699" y="764100"/>
                  <a:ext cx="136200" cy="130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74" name="Google Shape;474;p15"/>
                <p:cNvSpPr/>
                <p:nvPr/>
              </p:nvSpPr>
              <p:spPr>
                <a:xfrm>
                  <a:off x="4804925" y="811200"/>
                  <a:ext cx="61800" cy="3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75" name="Google Shape;475;p15"/>
              <p:cNvGrpSpPr/>
              <p:nvPr/>
            </p:nvGrpSpPr>
            <p:grpSpPr>
              <a:xfrm>
                <a:off x="5382151" y="822110"/>
                <a:ext cx="187974" cy="130800"/>
                <a:chOff x="4804925" y="764100"/>
                <a:chExt cx="187974" cy="130800"/>
              </a:xfrm>
            </p:grpSpPr>
            <p:sp>
              <p:nvSpPr>
                <p:cNvPr id="476" name="Google Shape;476;p15"/>
                <p:cNvSpPr/>
                <p:nvPr/>
              </p:nvSpPr>
              <p:spPr>
                <a:xfrm>
                  <a:off x="4856699" y="764100"/>
                  <a:ext cx="136200" cy="130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77" name="Google Shape;477;p15"/>
                <p:cNvSpPr/>
                <p:nvPr/>
              </p:nvSpPr>
              <p:spPr>
                <a:xfrm>
                  <a:off x="4804925" y="811200"/>
                  <a:ext cx="61800" cy="3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78" name="Google Shape;478;p15"/>
              <p:cNvGrpSpPr/>
              <p:nvPr/>
            </p:nvGrpSpPr>
            <p:grpSpPr>
              <a:xfrm>
                <a:off x="5382151" y="1233968"/>
                <a:ext cx="187974" cy="130800"/>
                <a:chOff x="4804925" y="764100"/>
                <a:chExt cx="187974" cy="130800"/>
              </a:xfrm>
            </p:grpSpPr>
            <p:sp>
              <p:nvSpPr>
                <p:cNvPr id="479" name="Google Shape;479;p15"/>
                <p:cNvSpPr/>
                <p:nvPr/>
              </p:nvSpPr>
              <p:spPr>
                <a:xfrm>
                  <a:off x="4856699" y="764100"/>
                  <a:ext cx="136200" cy="130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80" name="Google Shape;480;p15"/>
                <p:cNvSpPr/>
                <p:nvPr/>
              </p:nvSpPr>
              <p:spPr>
                <a:xfrm>
                  <a:off x="4804925" y="811200"/>
                  <a:ext cx="61800" cy="3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481" name="Google Shape;481;p15"/>
            <p:cNvGrpSpPr/>
            <p:nvPr/>
          </p:nvGrpSpPr>
          <p:grpSpPr>
            <a:xfrm>
              <a:off x="5380497" y="4269300"/>
              <a:ext cx="189628" cy="569810"/>
              <a:chOff x="5380497" y="383100"/>
              <a:chExt cx="189628" cy="569810"/>
            </a:xfrm>
          </p:grpSpPr>
          <p:grpSp>
            <p:nvGrpSpPr>
              <p:cNvPr id="482" name="Google Shape;482;p15"/>
              <p:cNvGrpSpPr/>
              <p:nvPr/>
            </p:nvGrpSpPr>
            <p:grpSpPr>
              <a:xfrm>
                <a:off x="5380497" y="383100"/>
                <a:ext cx="187974" cy="130800"/>
                <a:chOff x="4804925" y="764100"/>
                <a:chExt cx="187974" cy="130800"/>
              </a:xfrm>
            </p:grpSpPr>
            <p:sp>
              <p:nvSpPr>
                <p:cNvPr id="483" name="Google Shape;483;p15"/>
                <p:cNvSpPr/>
                <p:nvPr/>
              </p:nvSpPr>
              <p:spPr>
                <a:xfrm>
                  <a:off x="4856699" y="764100"/>
                  <a:ext cx="136200" cy="130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84" name="Google Shape;484;p15"/>
                <p:cNvSpPr/>
                <p:nvPr/>
              </p:nvSpPr>
              <p:spPr>
                <a:xfrm>
                  <a:off x="4804925" y="811200"/>
                  <a:ext cx="61800" cy="3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485" name="Google Shape;485;p15"/>
              <p:cNvGrpSpPr/>
              <p:nvPr/>
            </p:nvGrpSpPr>
            <p:grpSpPr>
              <a:xfrm>
                <a:off x="5382151" y="822110"/>
                <a:ext cx="187974" cy="130800"/>
                <a:chOff x="4804925" y="764100"/>
                <a:chExt cx="187974" cy="130800"/>
              </a:xfrm>
            </p:grpSpPr>
            <p:sp>
              <p:nvSpPr>
                <p:cNvPr id="486" name="Google Shape;486;p15"/>
                <p:cNvSpPr/>
                <p:nvPr/>
              </p:nvSpPr>
              <p:spPr>
                <a:xfrm>
                  <a:off x="4856699" y="764100"/>
                  <a:ext cx="136200" cy="130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487" name="Google Shape;487;p15"/>
                <p:cNvSpPr/>
                <p:nvPr/>
              </p:nvSpPr>
              <p:spPr>
                <a:xfrm>
                  <a:off x="4804925" y="811200"/>
                  <a:ext cx="61800" cy="3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sp>
        <p:nvSpPr>
          <p:cNvPr id="488" name="Google Shape;488;p15"/>
          <p:cNvSpPr txBox="1">
            <a:spLocks noGrp="1"/>
          </p:cNvSpPr>
          <p:nvPr>
            <p:ph type="body" idx="1"/>
          </p:nvPr>
        </p:nvSpPr>
        <p:spPr>
          <a:xfrm>
            <a:off x="5586600" y="641275"/>
            <a:ext cx="2627700" cy="3119400"/>
          </a:xfrm>
          <a:prstGeom prst="rect">
            <a:avLst/>
          </a:prstGeom>
        </p:spPr>
        <p:txBody>
          <a:bodyPr spcFirstLastPara="1" wrap="square" lIns="91425" tIns="91425" rIns="91425" bIns="91425" anchor="b" anchorCtr="0">
            <a:noAutofit/>
          </a:bodyPr>
          <a:lstStyle>
            <a:lvl1pPr marL="457200" lvl="0" indent="-317500">
              <a:spcBef>
                <a:spcPts val="0"/>
              </a:spcBef>
              <a:spcAft>
                <a:spcPts val="0"/>
              </a:spcAft>
              <a:buClr>
                <a:schemeClr val="lt1"/>
              </a:buClr>
              <a:buSzPts val="1400"/>
              <a:buChar char="●"/>
              <a:defRPr sz="1000">
                <a:latin typeface="Manrope Medium"/>
                <a:ea typeface="Manrope Medium"/>
                <a:cs typeface="Manrope Medium"/>
                <a:sym typeface="Manrope Medium"/>
              </a:defRPr>
            </a:lvl1pPr>
            <a:lvl2pPr marL="914400" lvl="1" indent="-317500">
              <a:spcBef>
                <a:spcPts val="0"/>
              </a:spcBef>
              <a:spcAft>
                <a:spcPts val="0"/>
              </a:spcAft>
              <a:buClr>
                <a:schemeClr val="lt1"/>
              </a:buClr>
              <a:buSzPts val="1400"/>
              <a:buChar char="○"/>
              <a:defRPr sz="1000">
                <a:latin typeface="Manrope Medium"/>
                <a:ea typeface="Manrope Medium"/>
                <a:cs typeface="Manrope Medium"/>
                <a:sym typeface="Manrope Medium"/>
              </a:defRPr>
            </a:lvl2pPr>
            <a:lvl3pPr marL="1371600" lvl="2" indent="-317500">
              <a:spcBef>
                <a:spcPts val="0"/>
              </a:spcBef>
              <a:spcAft>
                <a:spcPts val="0"/>
              </a:spcAft>
              <a:buClr>
                <a:schemeClr val="lt1"/>
              </a:buClr>
              <a:buSzPts val="1400"/>
              <a:buChar char="■"/>
              <a:defRPr sz="1000">
                <a:latin typeface="Manrope Medium"/>
                <a:ea typeface="Manrope Medium"/>
                <a:cs typeface="Manrope Medium"/>
                <a:sym typeface="Manrope Medium"/>
              </a:defRPr>
            </a:lvl3pPr>
            <a:lvl4pPr marL="1828800" lvl="3" indent="-317500">
              <a:spcBef>
                <a:spcPts val="0"/>
              </a:spcBef>
              <a:spcAft>
                <a:spcPts val="0"/>
              </a:spcAft>
              <a:buClr>
                <a:schemeClr val="lt1"/>
              </a:buClr>
              <a:buSzPts val="1400"/>
              <a:buChar char="●"/>
              <a:defRPr sz="1000">
                <a:latin typeface="Manrope Medium"/>
                <a:ea typeface="Manrope Medium"/>
                <a:cs typeface="Manrope Medium"/>
                <a:sym typeface="Manrope Medium"/>
              </a:defRPr>
            </a:lvl4pPr>
            <a:lvl5pPr marL="2286000" lvl="4" indent="-317500">
              <a:spcBef>
                <a:spcPts val="0"/>
              </a:spcBef>
              <a:spcAft>
                <a:spcPts val="0"/>
              </a:spcAft>
              <a:buClr>
                <a:schemeClr val="lt1"/>
              </a:buClr>
              <a:buSzPts val="1400"/>
              <a:buChar char="○"/>
              <a:defRPr sz="1000">
                <a:latin typeface="Manrope Medium"/>
                <a:ea typeface="Manrope Medium"/>
                <a:cs typeface="Manrope Medium"/>
                <a:sym typeface="Manrope Medium"/>
              </a:defRPr>
            </a:lvl5pPr>
            <a:lvl6pPr marL="2743200" lvl="5" indent="-317500">
              <a:spcBef>
                <a:spcPts val="0"/>
              </a:spcBef>
              <a:spcAft>
                <a:spcPts val="0"/>
              </a:spcAft>
              <a:buClr>
                <a:schemeClr val="lt1"/>
              </a:buClr>
              <a:buSzPts val="1400"/>
              <a:buChar char="■"/>
              <a:defRPr sz="1000">
                <a:latin typeface="Manrope Medium"/>
                <a:ea typeface="Manrope Medium"/>
                <a:cs typeface="Manrope Medium"/>
                <a:sym typeface="Manrope Medium"/>
              </a:defRPr>
            </a:lvl6pPr>
            <a:lvl7pPr marL="3200400" lvl="6" indent="-317500">
              <a:spcBef>
                <a:spcPts val="0"/>
              </a:spcBef>
              <a:spcAft>
                <a:spcPts val="0"/>
              </a:spcAft>
              <a:buClr>
                <a:schemeClr val="lt1"/>
              </a:buClr>
              <a:buSzPts val="1400"/>
              <a:buChar char="●"/>
              <a:defRPr sz="1000">
                <a:latin typeface="Manrope Medium"/>
                <a:ea typeface="Manrope Medium"/>
                <a:cs typeface="Manrope Medium"/>
                <a:sym typeface="Manrope Medium"/>
              </a:defRPr>
            </a:lvl7pPr>
            <a:lvl8pPr marL="3657600" lvl="7" indent="-317500">
              <a:spcBef>
                <a:spcPts val="0"/>
              </a:spcBef>
              <a:spcAft>
                <a:spcPts val="0"/>
              </a:spcAft>
              <a:buSzPts val="1400"/>
              <a:buChar char="○"/>
              <a:defRPr sz="1000">
                <a:latin typeface="Manrope Medium"/>
                <a:ea typeface="Manrope Medium"/>
                <a:cs typeface="Manrope Medium"/>
                <a:sym typeface="Manrope Medium"/>
              </a:defRPr>
            </a:lvl8pPr>
            <a:lvl9pPr marL="4114800" lvl="8" indent="-317500">
              <a:spcBef>
                <a:spcPts val="0"/>
              </a:spcBef>
              <a:spcAft>
                <a:spcPts val="0"/>
              </a:spcAft>
              <a:buClr>
                <a:schemeClr val="lt1"/>
              </a:buClr>
              <a:buSzPts val="1400"/>
              <a:buChar char="■"/>
              <a:defRPr sz="1000">
                <a:latin typeface="Manrope Medium"/>
                <a:ea typeface="Manrope Medium"/>
                <a:cs typeface="Manrope Medium"/>
                <a:sym typeface="Manrope Medium"/>
              </a:defRPr>
            </a:lvl9pPr>
          </a:lstStyle>
          <a:p>
            <a:endParaRPr/>
          </a:p>
        </p:txBody>
      </p:sp>
      <p:sp>
        <p:nvSpPr>
          <p:cNvPr id="489" name="Google Shape;489;p15"/>
          <p:cNvSpPr txBox="1">
            <a:spLocks noGrp="1"/>
          </p:cNvSpPr>
          <p:nvPr>
            <p:ph type="title"/>
          </p:nvPr>
        </p:nvSpPr>
        <p:spPr>
          <a:xfrm>
            <a:off x="521275" y="525800"/>
            <a:ext cx="2094900" cy="1430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41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32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Notes ">
  <p:cSld name="CUSTOM_2">
    <p:spTree>
      <p:nvGrpSpPr>
        <p:cNvPr id="1" name="Shape 490"/>
        <p:cNvGrpSpPr/>
        <p:nvPr/>
      </p:nvGrpSpPr>
      <p:grpSpPr>
        <a:xfrm>
          <a:off x="0" y="0"/>
          <a:ext cx="0" cy="0"/>
          <a:chOff x="0" y="0"/>
          <a:chExt cx="0" cy="0"/>
        </a:xfrm>
      </p:grpSpPr>
      <p:grpSp>
        <p:nvGrpSpPr>
          <p:cNvPr id="491" name="Google Shape;491;p16"/>
          <p:cNvGrpSpPr/>
          <p:nvPr/>
        </p:nvGrpSpPr>
        <p:grpSpPr>
          <a:xfrm>
            <a:off x="0" y="-6300"/>
            <a:ext cx="9162087" cy="5150040"/>
            <a:chOff x="11751" y="-6300"/>
            <a:chExt cx="9190577" cy="5150040"/>
          </a:xfrm>
        </p:grpSpPr>
        <p:grpSp>
          <p:nvGrpSpPr>
            <p:cNvPr id="492" name="Google Shape;492;p16"/>
            <p:cNvGrpSpPr/>
            <p:nvPr/>
          </p:nvGrpSpPr>
          <p:grpSpPr>
            <a:xfrm>
              <a:off x="11751" y="-6300"/>
              <a:ext cx="4777902" cy="2703033"/>
              <a:chOff x="11750" y="-6290"/>
              <a:chExt cx="9125100" cy="5162400"/>
            </a:xfrm>
          </p:grpSpPr>
          <p:cxnSp>
            <p:nvCxnSpPr>
              <p:cNvPr id="493" name="Google Shape;493;p16"/>
              <p:cNvCxnSpPr/>
              <p:nvPr/>
            </p:nvCxnSpPr>
            <p:spPr>
              <a:xfrm>
                <a:off x="7055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494" name="Google Shape;494;p16"/>
              <p:cNvCxnSpPr/>
              <p:nvPr/>
            </p:nvCxnSpPr>
            <p:spPr>
              <a:xfrm>
                <a:off x="13993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495" name="Google Shape;495;p16"/>
              <p:cNvCxnSpPr/>
              <p:nvPr/>
            </p:nvCxnSpPr>
            <p:spPr>
              <a:xfrm>
                <a:off x="21049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496" name="Google Shape;496;p16"/>
              <p:cNvCxnSpPr/>
              <p:nvPr/>
            </p:nvCxnSpPr>
            <p:spPr>
              <a:xfrm>
                <a:off x="2813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497" name="Google Shape;497;p16"/>
              <p:cNvCxnSpPr/>
              <p:nvPr/>
            </p:nvCxnSpPr>
            <p:spPr>
              <a:xfrm>
                <a:off x="3507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498" name="Google Shape;498;p16"/>
              <p:cNvCxnSpPr/>
              <p:nvPr/>
            </p:nvCxnSpPr>
            <p:spPr>
              <a:xfrm>
                <a:off x="4212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499" name="Google Shape;499;p16"/>
              <p:cNvCxnSpPr/>
              <p:nvPr/>
            </p:nvCxnSpPr>
            <p:spPr>
              <a:xfrm>
                <a:off x="49214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00" name="Google Shape;500;p16"/>
              <p:cNvCxnSpPr/>
              <p:nvPr/>
            </p:nvCxnSpPr>
            <p:spPr>
              <a:xfrm>
                <a:off x="56152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01" name="Google Shape;501;p16"/>
              <p:cNvCxnSpPr/>
              <p:nvPr/>
            </p:nvCxnSpPr>
            <p:spPr>
              <a:xfrm>
                <a:off x="63207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02" name="Google Shape;502;p16"/>
              <p:cNvCxnSpPr/>
              <p:nvPr/>
            </p:nvCxnSpPr>
            <p:spPr>
              <a:xfrm>
                <a:off x="7039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03" name="Google Shape;503;p16"/>
              <p:cNvCxnSpPr/>
              <p:nvPr/>
            </p:nvCxnSpPr>
            <p:spPr>
              <a:xfrm>
                <a:off x="7733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04" name="Google Shape;504;p16"/>
              <p:cNvCxnSpPr/>
              <p:nvPr/>
            </p:nvCxnSpPr>
            <p:spPr>
              <a:xfrm>
                <a:off x="8438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05" name="Google Shape;505;p16"/>
              <p:cNvCxnSpPr/>
              <p:nvPr/>
            </p:nvCxnSpPr>
            <p:spPr>
              <a:xfrm>
                <a:off x="11750" y="482125"/>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06" name="Google Shape;506;p16"/>
              <p:cNvCxnSpPr/>
              <p:nvPr/>
            </p:nvCxnSpPr>
            <p:spPr>
              <a:xfrm>
                <a:off x="11750" y="935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07" name="Google Shape;507;p16"/>
              <p:cNvCxnSpPr/>
              <p:nvPr/>
            </p:nvCxnSpPr>
            <p:spPr>
              <a:xfrm>
                <a:off x="11750" y="14028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08" name="Google Shape;508;p16"/>
              <p:cNvCxnSpPr/>
              <p:nvPr/>
            </p:nvCxnSpPr>
            <p:spPr>
              <a:xfrm>
                <a:off x="11750" y="1870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09" name="Google Shape;509;p16"/>
              <p:cNvCxnSpPr/>
              <p:nvPr/>
            </p:nvCxnSpPr>
            <p:spPr>
              <a:xfrm>
                <a:off x="11750" y="23380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10" name="Google Shape;510;p16"/>
              <p:cNvCxnSpPr/>
              <p:nvPr/>
            </p:nvCxnSpPr>
            <p:spPr>
              <a:xfrm>
                <a:off x="11750" y="28056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11" name="Google Shape;511;p16"/>
              <p:cNvCxnSpPr/>
              <p:nvPr/>
            </p:nvCxnSpPr>
            <p:spPr>
              <a:xfrm>
                <a:off x="11750" y="3273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12" name="Google Shape;512;p16"/>
              <p:cNvCxnSpPr/>
              <p:nvPr/>
            </p:nvCxnSpPr>
            <p:spPr>
              <a:xfrm>
                <a:off x="11750" y="374795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13" name="Google Shape;513;p16"/>
              <p:cNvCxnSpPr/>
              <p:nvPr/>
            </p:nvCxnSpPr>
            <p:spPr>
              <a:xfrm>
                <a:off x="11750" y="4208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14" name="Google Shape;514;p16"/>
              <p:cNvCxnSpPr/>
              <p:nvPr/>
            </p:nvCxnSpPr>
            <p:spPr>
              <a:xfrm>
                <a:off x="11750" y="4668850"/>
                <a:ext cx="9125100" cy="0"/>
              </a:xfrm>
              <a:prstGeom prst="straightConnector1">
                <a:avLst/>
              </a:prstGeom>
              <a:noFill/>
              <a:ln w="9525" cap="flat" cmpd="sng">
                <a:solidFill>
                  <a:schemeClr val="accent5"/>
                </a:solidFill>
                <a:prstDash val="solid"/>
                <a:round/>
                <a:headEnd type="none" w="sm" len="sm"/>
                <a:tailEnd type="none" w="sm" len="sm"/>
              </a:ln>
            </p:spPr>
          </p:cxnSp>
        </p:grpSp>
        <p:grpSp>
          <p:nvGrpSpPr>
            <p:cNvPr id="515" name="Google Shape;515;p16"/>
            <p:cNvGrpSpPr/>
            <p:nvPr/>
          </p:nvGrpSpPr>
          <p:grpSpPr>
            <a:xfrm>
              <a:off x="11751" y="2440707"/>
              <a:ext cx="4777902" cy="2703033"/>
              <a:chOff x="11750" y="-6290"/>
              <a:chExt cx="9125100" cy="5162400"/>
            </a:xfrm>
          </p:grpSpPr>
          <p:cxnSp>
            <p:nvCxnSpPr>
              <p:cNvPr id="516" name="Google Shape;516;p16"/>
              <p:cNvCxnSpPr/>
              <p:nvPr/>
            </p:nvCxnSpPr>
            <p:spPr>
              <a:xfrm>
                <a:off x="7055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17" name="Google Shape;517;p16"/>
              <p:cNvCxnSpPr/>
              <p:nvPr/>
            </p:nvCxnSpPr>
            <p:spPr>
              <a:xfrm>
                <a:off x="13993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18" name="Google Shape;518;p16"/>
              <p:cNvCxnSpPr/>
              <p:nvPr/>
            </p:nvCxnSpPr>
            <p:spPr>
              <a:xfrm>
                <a:off x="21049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19" name="Google Shape;519;p16"/>
              <p:cNvCxnSpPr/>
              <p:nvPr/>
            </p:nvCxnSpPr>
            <p:spPr>
              <a:xfrm>
                <a:off x="2813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20" name="Google Shape;520;p16"/>
              <p:cNvCxnSpPr/>
              <p:nvPr/>
            </p:nvCxnSpPr>
            <p:spPr>
              <a:xfrm>
                <a:off x="3507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21" name="Google Shape;521;p16"/>
              <p:cNvCxnSpPr/>
              <p:nvPr/>
            </p:nvCxnSpPr>
            <p:spPr>
              <a:xfrm>
                <a:off x="4212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22" name="Google Shape;522;p16"/>
              <p:cNvCxnSpPr/>
              <p:nvPr/>
            </p:nvCxnSpPr>
            <p:spPr>
              <a:xfrm>
                <a:off x="49214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23" name="Google Shape;523;p16"/>
              <p:cNvCxnSpPr/>
              <p:nvPr/>
            </p:nvCxnSpPr>
            <p:spPr>
              <a:xfrm>
                <a:off x="56152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24" name="Google Shape;524;p16"/>
              <p:cNvCxnSpPr/>
              <p:nvPr/>
            </p:nvCxnSpPr>
            <p:spPr>
              <a:xfrm>
                <a:off x="63207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25" name="Google Shape;525;p16"/>
              <p:cNvCxnSpPr/>
              <p:nvPr/>
            </p:nvCxnSpPr>
            <p:spPr>
              <a:xfrm>
                <a:off x="7039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26" name="Google Shape;526;p16"/>
              <p:cNvCxnSpPr/>
              <p:nvPr/>
            </p:nvCxnSpPr>
            <p:spPr>
              <a:xfrm>
                <a:off x="7733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27" name="Google Shape;527;p16"/>
              <p:cNvCxnSpPr/>
              <p:nvPr/>
            </p:nvCxnSpPr>
            <p:spPr>
              <a:xfrm>
                <a:off x="8438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28" name="Google Shape;528;p16"/>
              <p:cNvCxnSpPr/>
              <p:nvPr/>
            </p:nvCxnSpPr>
            <p:spPr>
              <a:xfrm>
                <a:off x="11750" y="482125"/>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29" name="Google Shape;529;p16"/>
              <p:cNvCxnSpPr/>
              <p:nvPr/>
            </p:nvCxnSpPr>
            <p:spPr>
              <a:xfrm>
                <a:off x="11750" y="935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30" name="Google Shape;530;p16"/>
              <p:cNvCxnSpPr/>
              <p:nvPr/>
            </p:nvCxnSpPr>
            <p:spPr>
              <a:xfrm>
                <a:off x="11750" y="14028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31" name="Google Shape;531;p16"/>
              <p:cNvCxnSpPr/>
              <p:nvPr/>
            </p:nvCxnSpPr>
            <p:spPr>
              <a:xfrm>
                <a:off x="11750" y="1870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32" name="Google Shape;532;p16"/>
              <p:cNvCxnSpPr/>
              <p:nvPr/>
            </p:nvCxnSpPr>
            <p:spPr>
              <a:xfrm>
                <a:off x="11750" y="23380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33" name="Google Shape;533;p16"/>
              <p:cNvCxnSpPr/>
              <p:nvPr/>
            </p:nvCxnSpPr>
            <p:spPr>
              <a:xfrm>
                <a:off x="11750" y="28056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34" name="Google Shape;534;p16"/>
              <p:cNvCxnSpPr/>
              <p:nvPr/>
            </p:nvCxnSpPr>
            <p:spPr>
              <a:xfrm>
                <a:off x="11750" y="3273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35" name="Google Shape;535;p16"/>
              <p:cNvCxnSpPr/>
              <p:nvPr/>
            </p:nvCxnSpPr>
            <p:spPr>
              <a:xfrm>
                <a:off x="11750" y="374795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36" name="Google Shape;536;p16"/>
              <p:cNvCxnSpPr/>
              <p:nvPr/>
            </p:nvCxnSpPr>
            <p:spPr>
              <a:xfrm>
                <a:off x="11750" y="4208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37" name="Google Shape;537;p16"/>
              <p:cNvCxnSpPr/>
              <p:nvPr/>
            </p:nvCxnSpPr>
            <p:spPr>
              <a:xfrm>
                <a:off x="11750" y="4668850"/>
                <a:ext cx="9125100" cy="0"/>
              </a:xfrm>
              <a:prstGeom prst="straightConnector1">
                <a:avLst/>
              </a:prstGeom>
              <a:noFill/>
              <a:ln w="9525" cap="flat" cmpd="sng">
                <a:solidFill>
                  <a:schemeClr val="accent5"/>
                </a:solidFill>
                <a:prstDash val="solid"/>
                <a:round/>
                <a:headEnd type="none" w="sm" len="sm"/>
                <a:tailEnd type="none" w="sm" len="sm"/>
              </a:ln>
            </p:spPr>
          </p:cxnSp>
        </p:grpSp>
        <p:grpSp>
          <p:nvGrpSpPr>
            <p:cNvPr id="538" name="Google Shape;538;p16"/>
            <p:cNvGrpSpPr/>
            <p:nvPr/>
          </p:nvGrpSpPr>
          <p:grpSpPr>
            <a:xfrm>
              <a:off x="4424426" y="-6300"/>
              <a:ext cx="4777902" cy="2703033"/>
              <a:chOff x="11750" y="-6290"/>
              <a:chExt cx="9125100" cy="5162400"/>
            </a:xfrm>
          </p:grpSpPr>
          <p:cxnSp>
            <p:nvCxnSpPr>
              <p:cNvPr id="539" name="Google Shape;539;p16"/>
              <p:cNvCxnSpPr/>
              <p:nvPr/>
            </p:nvCxnSpPr>
            <p:spPr>
              <a:xfrm>
                <a:off x="7055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40" name="Google Shape;540;p16"/>
              <p:cNvCxnSpPr/>
              <p:nvPr/>
            </p:nvCxnSpPr>
            <p:spPr>
              <a:xfrm>
                <a:off x="13993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41" name="Google Shape;541;p16"/>
              <p:cNvCxnSpPr/>
              <p:nvPr/>
            </p:nvCxnSpPr>
            <p:spPr>
              <a:xfrm>
                <a:off x="21049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42" name="Google Shape;542;p16"/>
              <p:cNvCxnSpPr/>
              <p:nvPr/>
            </p:nvCxnSpPr>
            <p:spPr>
              <a:xfrm>
                <a:off x="2813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43" name="Google Shape;543;p16"/>
              <p:cNvCxnSpPr/>
              <p:nvPr/>
            </p:nvCxnSpPr>
            <p:spPr>
              <a:xfrm>
                <a:off x="3507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44" name="Google Shape;544;p16"/>
              <p:cNvCxnSpPr/>
              <p:nvPr/>
            </p:nvCxnSpPr>
            <p:spPr>
              <a:xfrm>
                <a:off x="4212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45" name="Google Shape;545;p16"/>
              <p:cNvCxnSpPr/>
              <p:nvPr/>
            </p:nvCxnSpPr>
            <p:spPr>
              <a:xfrm>
                <a:off x="49214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46" name="Google Shape;546;p16"/>
              <p:cNvCxnSpPr/>
              <p:nvPr/>
            </p:nvCxnSpPr>
            <p:spPr>
              <a:xfrm>
                <a:off x="56152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47" name="Google Shape;547;p16"/>
              <p:cNvCxnSpPr/>
              <p:nvPr/>
            </p:nvCxnSpPr>
            <p:spPr>
              <a:xfrm>
                <a:off x="63207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48" name="Google Shape;548;p16"/>
              <p:cNvCxnSpPr/>
              <p:nvPr/>
            </p:nvCxnSpPr>
            <p:spPr>
              <a:xfrm>
                <a:off x="7039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49" name="Google Shape;549;p16"/>
              <p:cNvCxnSpPr/>
              <p:nvPr/>
            </p:nvCxnSpPr>
            <p:spPr>
              <a:xfrm>
                <a:off x="7733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50" name="Google Shape;550;p16"/>
              <p:cNvCxnSpPr/>
              <p:nvPr/>
            </p:nvCxnSpPr>
            <p:spPr>
              <a:xfrm>
                <a:off x="8438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51" name="Google Shape;551;p16"/>
              <p:cNvCxnSpPr/>
              <p:nvPr/>
            </p:nvCxnSpPr>
            <p:spPr>
              <a:xfrm>
                <a:off x="11750" y="482125"/>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52" name="Google Shape;552;p16"/>
              <p:cNvCxnSpPr/>
              <p:nvPr/>
            </p:nvCxnSpPr>
            <p:spPr>
              <a:xfrm>
                <a:off x="11750" y="935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53" name="Google Shape;553;p16"/>
              <p:cNvCxnSpPr/>
              <p:nvPr/>
            </p:nvCxnSpPr>
            <p:spPr>
              <a:xfrm>
                <a:off x="11750" y="14028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54" name="Google Shape;554;p16"/>
              <p:cNvCxnSpPr/>
              <p:nvPr/>
            </p:nvCxnSpPr>
            <p:spPr>
              <a:xfrm>
                <a:off x="11750" y="1870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55" name="Google Shape;555;p16"/>
              <p:cNvCxnSpPr/>
              <p:nvPr/>
            </p:nvCxnSpPr>
            <p:spPr>
              <a:xfrm>
                <a:off x="11750" y="23380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56" name="Google Shape;556;p16"/>
              <p:cNvCxnSpPr/>
              <p:nvPr/>
            </p:nvCxnSpPr>
            <p:spPr>
              <a:xfrm>
                <a:off x="11750" y="28056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57" name="Google Shape;557;p16"/>
              <p:cNvCxnSpPr/>
              <p:nvPr/>
            </p:nvCxnSpPr>
            <p:spPr>
              <a:xfrm>
                <a:off x="11750" y="3273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58" name="Google Shape;558;p16"/>
              <p:cNvCxnSpPr/>
              <p:nvPr/>
            </p:nvCxnSpPr>
            <p:spPr>
              <a:xfrm>
                <a:off x="11750" y="374795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59" name="Google Shape;559;p16"/>
              <p:cNvCxnSpPr/>
              <p:nvPr/>
            </p:nvCxnSpPr>
            <p:spPr>
              <a:xfrm>
                <a:off x="11750" y="4208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60" name="Google Shape;560;p16"/>
              <p:cNvCxnSpPr/>
              <p:nvPr/>
            </p:nvCxnSpPr>
            <p:spPr>
              <a:xfrm>
                <a:off x="11750" y="4668850"/>
                <a:ext cx="9125100" cy="0"/>
              </a:xfrm>
              <a:prstGeom prst="straightConnector1">
                <a:avLst/>
              </a:prstGeom>
              <a:noFill/>
              <a:ln w="9525" cap="flat" cmpd="sng">
                <a:solidFill>
                  <a:schemeClr val="accent5"/>
                </a:solidFill>
                <a:prstDash val="solid"/>
                <a:round/>
                <a:headEnd type="none" w="sm" len="sm"/>
                <a:tailEnd type="none" w="sm" len="sm"/>
              </a:ln>
            </p:spPr>
          </p:cxnSp>
        </p:grpSp>
        <p:grpSp>
          <p:nvGrpSpPr>
            <p:cNvPr id="561" name="Google Shape;561;p16"/>
            <p:cNvGrpSpPr/>
            <p:nvPr/>
          </p:nvGrpSpPr>
          <p:grpSpPr>
            <a:xfrm>
              <a:off x="4424426" y="2440707"/>
              <a:ext cx="4777902" cy="2703033"/>
              <a:chOff x="11750" y="-6290"/>
              <a:chExt cx="9125100" cy="5162400"/>
            </a:xfrm>
          </p:grpSpPr>
          <p:cxnSp>
            <p:nvCxnSpPr>
              <p:cNvPr id="562" name="Google Shape;562;p16"/>
              <p:cNvCxnSpPr/>
              <p:nvPr/>
            </p:nvCxnSpPr>
            <p:spPr>
              <a:xfrm>
                <a:off x="7055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63" name="Google Shape;563;p16"/>
              <p:cNvCxnSpPr/>
              <p:nvPr/>
            </p:nvCxnSpPr>
            <p:spPr>
              <a:xfrm>
                <a:off x="13993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64" name="Google Shape;564;p16"/>
              <p:cNvCxnSpPr/>
              <p:nvPr/>
            </p:nvCxnSpPr>
            <p:spPr>
              <a:xfrm>
                <a:off x="21049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65" name="Google Shape;565;p16"/>
              <p:cNvCxnSpPr/>
              <p:nvPr/>
            </p:nvCxnSpPr>
            <p:spPr>
              <a:xfrm>
                <a:off x="2813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66" name="Google Shape;566;p16"/>
              <p:cNvCxnSpPr/>
              <p:nvPr/>
            </p:nvCxnSpPr>
            <p:spPr>
              <a:xfrm>
                <a:off x="3507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67" name="Google Shape;567;p16"/>
              <p:cNvCxnSpPr/>
              <p:nvPr/>
            </p:nvCxnSpPr>
            <p:spPr>
              <a:xfrm>
                <a:off x="4212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68" name="Google Shape;568;p16"/>
              <p:cNvCxnSpPr/>
              <p:nvPr/>
            </p:nvCxnSpPr>
            <p:spPr>
              <a:xfrm>
                <a:off x="49214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69" name="Google Shape;569;p16"/>
              <p:cNvCxnSpPr/>
              <p:nvPr/>
            </p:nvCxnSpPr>
            <p:spPr>
              <a:xfrm>
                <a:off x="561521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70" name="Google Shape;570;p16"/>
              <p:cNvCxnSpPr/>
              <p:nvPr/>
            </p:nvCxnSpPr>
            <p:spPr>
              <a:xfrm>
                <a:off x="6320766"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71" name="Google Shape;571;p16"/>
              <p:cNvCxnSpPr/>
              <p:nvPr/>
            </p:nvCxnSpPr>
            <p:spPr>
              <a:xfrm>
                <a:off x="70394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72" name="Google Shape;572;p16"/>
              <p:cNvCxnSpPr/>
              <p:nvPr/>
            </p:nvCxnSpPr>
            <p:spPr>
              <a:xfrm>
                <a:off x="773329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73" name="Google Shape;573;p16"/>
              <p:cNvCxnSpPr/>
              <p:nvPr/>
            </p:nvCxnSpPr>
            <p:spPr>
              <a:xfrm>
                <a:off x="8438841" y="-6290"/>
                <a:ext cx="0" cy="5162400"/>
              </a:xfrm>
              <a:prstGeom prst="straightConnector1">
                <a:avLst/>
              </a:prstGeom>
              <a:noFill/>
              <a:ln w="9525" cap="flat" cmpd="sng">
                <a:solidFill>
                  <a:schemeClr val="accent5"/>
                </a:solidFill>
                <a:prstDash val="solid"/>
                <a:round/>
                <a:headEnd type="none" w="sm" len="sm"/>
                <a:tailEnd type="none" w="sm" len="sm"/>
              </a:ln>
            </p:spPr>
          </p:cxnSp>
          <p:cxnSp>
            <p:nvCxnSpPr>
              <p:cNvPr id="574" name="Google Shape;574;p16"/>
              <p:cNvCxnSpPr/>
              <p:nvPr/>
            </p:nvCxnSpPr>
            <p:spPr>
              <a:xfrm>
                <a:off x="11750" y="482125"/>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75" name="Google Shape;575;p16"/>
              <p:cNvCxnSpPr/>
              <p:nvPr/>
            </p:nvCxnSpPr>
            <p:spPr>
              <a:xfrm>
                <a:off x="11750" y="935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76" name="Google Shape;576;p16"/>
              <p:cNvCxnSpPr/>
              <p:nvPr/>
            </p:nvCxnSpPr>
            <p:spPr>
              <a:xfrm>
                <a:off x="11750" y="14028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77" name="Google Shape;577;p16"/>
              <p:cNvCxnSpPr/>
              <p:nvPr/>
            </p:nvCxnSpPr>
            <p:spPr>
              <a:xfrm>
                <a:off x="11750" y="1870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78" name="Google Shape;578;p16"/>
              <p:cNvCxnSpPr/>
              <p:nvPr/>
            </p:nvCxnSpPr>
            <p:spPr>
              <a:xfrm>
                <a:off x="11750" y="23380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79" name="Google Shape;579;p16"/>
              <p:cNvCxnSpPr/>
              <p:nvPr/>
            </p:nvCxnSpPr>
            <p:spPr>
              <a:xfrm>
                <a:off x="11750" y="28056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80" name="Google Shape;580;p16"/>
              <p:cNvCxnSpPr/>
              <p:nvPr/>
            </p:nvCxnSpPr>
            <p:spPr>
              <a:xfrm>
                <a:off x="11750" y="32732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81" name="Google Shape;581;p16"/>
              <p:cNvCxnSpPr/>
              <p:nvPr/>
            </p:nvCxnSpPr>
            <p:spPr>
              <a:xfrm>
                <a:off x="11750" y="374795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82" name="Google Shape;582;p16"/>
              <p:cNvCxnSpPr/>
              <p:nvPr/>
            </p:nvCxnSpPr>
            <p:spPr>
              <a:xfrm>
                <a:off x="11750" y="4208400"/>
                <a:ext cx="9125100" cy="0"/>
              </a:xfrm>
              <a:prstGeom prst="straightConnector1">
                <a:avLst/>
              </a:prstGeom>
              <a:noFill/>
              <a:ln w="9525" cap="flat" cmpd="sng">
                <a:solidFill>
                  <a:schemeClr val="accent5"/>
                </a:solidFill>
                <a:prstDash val="solid"/>
                <a:round/>
                <a:headEnd type="none" w="sm" len="sm"/>
                <a:tailEnd type="none" w="sm" len="sm"/>
              </a:ln>
            </p:spPr>
          </p:cxnSp>
          <p:cxnSp>
            <p:nvCxnSpPr>
              <p:cNvPr id="583" name="Google Shape;583;p16"/>
              <p:cNvCxnSpPr/>
              <p:nvPr/>
            </p:nvCxnSpPr>
            <p:spPr>
              <a:xfrm>
                <a:off x="11750" y="4668850"/>
                <a:ext cx="9125100" cy="0"/>
              </a:xfrm>
              <a:prstGeom prst="straightConnector1">
                <a:avLst/>
              </a:prstGeom>
              <a:noFill/>
              <a:ln w="9525" cap="flat" cmpd="sng">
                <a:solidFill>
                  <a:schemeClr val="accent5"/>
                </a:solidFill>
                <a:prstDash val="solid"/>
                <a:round/>
                <a:headEnd type="none" w="sm" len="sm"/>
                <a:tailEnd type="none" w="sm" len="sm"/>
              </a:ln>
            </p:spPr>
          </p:cxnSp>
        </p:grpSp>
      </p:grpSp>
      <p:sp>
        <p:nvSpPr>
          <p:cNvPr id="584" name="Google Shape;584;p16"/>
          <p:cNvSpPr txBox="1">
            <a:spLocks noGrp="1"/>
          </p:cNvSpPr>
          <p:nvPr>
            <p:ph type="title"/>
          </p:nvPr>
        </p:nvSpPr>
        <p:spPr>
          <a:xfrm>
            <a:off x="532800" y="1269600"/>
            <a:ext cx="2618400" cy="472800"/>
          </a:xfrm>
          <a:prstGeom prst="rect">
            <a:avLst/>
          </a:prstGeom>
        </p:spPr>
        <p:txBody>
          <a:bodyPr spcFirstLastPara="1" wrap="square" lIns="182875" tIns="91425" rIns="91425" bIns="91425" anchor="ctr" anchorCtr="0">
            <a:noAutofit/>
          </a:bodyPr>
          <a:lstStyle>
            <a:lvl1pPr lvl="0" algn="ctr">
              <a:lnSpc>
                <a:spcPct val="100000"/>
              </a:lnSpc>
              <a:spcBef>
                <a:spcPts val="0"/>
              </a:spcBef>
              <a:spcAft>
                <a:spcPts val="0"/>
              </a:spcAft>
              <a:buClr>
                <a:schemeClr val="lt1"/>
              </a:buClr>
              <a:buSzPts val="1300"/>
              <a:buNone/>
              <a:defRPr sz="1900" b="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
        <p:nvSpPr>
          <p:cNvPr id="585" name="Google Shape;585;p16"/>
          <p:cNvSpPr txBox="1">
            <a:spLocks noGrp="1"/>
          </p:cNvSpPr>
          <p:nvPr>
            <p:ph type="subTitle" idx="1"/>
          </p:nvPr>
        </p:nvSpPr>
        <p:spPr>
          <a:xfrm>
            <a:off x="520800" y="1711450"/>
            <a:ext cx="2642400" cy="1240500"/>
          </a:xfrm>
          <a:prstGeom prst="rect">
            <a:avLst/>
          </a:prstGeom>
        </p:spPr>
        <p:txBody>
          <a:bodyPr spcFirstLastPara="1" wrap="square" lIns="182875" tIns="91425" rIns="91425" bIns="91425" anchor="ctr" anchorCtr="0">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6" name="Google Shape;586;p16"/>
          <p:cNvSpPr txBox="1">
            <a:spLocks noGrp="1"/>
          </p:cNvSpPr>
          <p:nvPr>
            <p:ph type="subTitle" idx="2"/>
          </p:nvPr>
        </p:nvSpPr>
        <p:spPr>
          <a:xfrm>
            <a:off x="531875" y="2928325"/>
            <a:ext cx="2618400" cy="395100"/>
          </a:xfrm>
          <a:prstGeom prst="rect">
            <a:avLst/>
          </a:prstGeom>
        </p:spPr>
        <p:txBody>
          <a:bodyPr spcFirstLastPara="1" wrap="square" lIns="182875" tIns="91425" rIns="91425" bIns="91425" anchor="t" anchorCtr="0">
            <a:noAutofit/>
          </a:bodyPr>
          <a:lstStyle>
            <a:lvl1pPr lvl="0">
              <a:lnSpc>
                <a:spcPct val="100000"/>
              </a:lnSpc>
              <a:spcBef>
                <a:spcPts val="0"/>
              </a:spcBef>
              <a:spcAft>
                <a:spcPts val="0"/>
              </a:spcAft>
              <a:buSzPts val="1200"/>
              <a:buNone/>
              <a:defRPr sz="1000" b="1"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7" name="Google Shape;587;p16"/>
          <p:cNvSpPr txBox="1">
            <a:spLocks noGrp="1"/>
          </p:cNvSpPr>
          <p:nvPr>
            <p:ph type="title" idx="3"/>
          </p:nvPr>
        </p:nvSpPr>
        <p:spPr>
          <a:xfrm rot="139861">
            <a:off x="3291201" y="1217875"/>
            <a:ext cx="2618467" cy="472890"/>
          </a:xfrm>
          <a:prstGeom prst="rect">
            <a:avLst/>
          </a:prstGeom>
        </p:spPr>
        <p:txBody>
          <a:bodyPr spcFirstLastPara="1" wrap="square" lIns="182875" tIns="91425" rIns="91425" bIns="91425" anchor="ctr" anchorCtr="0">
            <a:spAutoFit/>
          </a:bodyPr>
          <a:lstStyle>
            <a:lvl1pPr lvl="0" algn="ctr">
              <a:lnSpc>
                <a:spcPct val="100000"/>
              </a:lnSpc>
              <a:spcBef>
                <a:spcPts val="0"/>
              </a:spcBef>
              <a:spcAft>
                <a:spcPts val="0"/>
              </a:spcAft>
              <a:buClr>
                <a:schemeClr val="lt1"/>
              </a:buClr>
              <a:buSzPts val="1900"/>
              <a:buNone/>
              <a:defRPr sz="1900" b="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
        <p:nvSpPr>
          <p:cNvPr id="588" name="Google Shape;588;p16"/>
          <p:cNvSpPr txBox="1">
            <a:spLocks noGrp="1"/>
          </p:cNvSpPr>
          <p:nvPr>
            <p:ph type="subTitle" idx="4"/>
          </p:nvPr>
        </p:nvSpPr>
        <p:spPr>
          <a:xfrm rot="139761">
            <a:off x="3245632" y="1659003"/>
            <a:ext cx="2642483" cy="1240624"/>
          </a:xfrm>
          <a:prstGeom prst="rect">
            <a:avLst/>
          </a:prstGeom>
        </p:spPr>
        <p:txBody>
          <a:bodyPr spcFirstLastPara="1" wrap="square" lIns="182875" tIns="91425" rIns="91425" bIns="91425" anchor="ctr" anchorCtr="0">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9" name="Google Shape;589;p16"/>
          <p:cNvSpPr txBox="1">
            <a:spLocks noGrp="1"/>
          </p:cNvSpPr>
          <p:nvPr>
            <p:ph type="subTitle" idx="5"/>
          </p:nvPr>
        </p:nvSpPr>
        <p:spPr>
          <a:xfrm rot="139861">
            <a:off x="3224189" y="2875212"/>
            <a:ext cx="2618467" cy="395132"/>
          </a:xfrm>
          <a:prstGeom prst="rect">
            <a:avLst/>
          </a:prstGeom>
        </p:spPr>
        <p:txBody>
          <a:bodyPr spcFirstLastPara="1" wrap="square" lIns="182875" tIns="91425" rIns="91425" bIns="91425" anchor="t" anchorCtr="0">
            <a:noAutofit/>
          </a:bodyPr>
          <a:lstStyle>
            <a:lvl1pPr lvl="0">
              <a:lnSpc>
                <a:spcPct val="100000"/>
              </a:lnSpc>
              <a:spcBef>
                <a:spcPts val="0"/>
              </a:spcBef>
              <a:spcAft>
                <a:spcPts val="0"/>
              </a:spcAft>
              <a:buSzPts val="1200"/>
              <a:buNone/>
              <a:defRPr sz="1000" b="1"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0" name="Google Shape;590;p16"/>
          <p:cNvSpPr txBox="1">
            <a:spLocks noGrp="1"/>
          </p:cNvSpPr>
          <p:nvPr>
            <p:ph type="title" idx="6"/>
          </p:nvPr>
        </p:nvSpPr>
        <p:spPr>
          <a:xfrm>
            <a:off x="5994100" y="1252413"/>
            <a:ext cx="2618400" cy="472800"/>
          </a:xfrm>
          <a:prstGeom prst="rect">
            <a:avLst/>
          </a:prstGeom>
        </p:spPr>
        <p:txBody>
          <a:bodyPr spcFirstLastPara="1" wrap="square" lIns="182875" tIns="91425" rIns="91425" bIns="91425" anchor="ctr" anchorCtr="0">
            <a:noAutofit/>
          </a:bodyPr>
          <a:lstStyle>
            <a:lvl1pPr lvl="0" algn="ctr">
              <a:lnSpc>
                <a:spcPct val="100000"/>
              </a:lnSpc>
              <a:spcBef>
                <a:spcPts val="0"/>
              </a:spcBef>
              <a:spcAft>
                <a:spcPts val="0"/>
              </a:spcAft>
              <a:buClr>
                <a:schemeClr val="lt1"/>
              </a:buClr>
              <a:buSzPts val="1900"/>
              <a:buNone/>
              <a:defRPr sz="1900" b="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
        <p:nvSpPr>
          <p:cNvPr id="591" name="Google Shape;591;p16"/>
          <p:cNvSpPr txBox="1">
            <a:spLocks noGrp="1"/>
          </p:cNvSpPr>
          <p:nvPr>
            <p:ph type="subTitle" idx="7"/>
          </p:nvPr>
        </p:nvSpPr>
        <p:spPr>
          <a:xfrm>
            <a:off x="5982100" y="1694263"/>
            <a:ext cx="2642400" cy="1240500"/>
          </a:xfrm>
          <a:prstGeom prst="rect">
            <a:avLst/>
          </a:prstGeom>
        </p:spPr>
        <p:txBody>
          <a:bodyPr spcFirstLastPara="1" wrap="square" lIns="182875" tIns="91425" rIns="91425" bIns="91425" anchor="ctr" anchorCtr="0">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2" name="Google Shape;592;p16"/>
          <p:cNvSpPr txBox="1">
            <a:spLocks noGrp="1"/>
          </p:cNvSpPr>
          <p:nvPr>
            <p:ph type="subTitle" idx="8"/>
          </p:nvPr>
        </p:nvSpPr>
        <p:spPr>
          <a:xfrm>
            <a:off x="5993175" y="2911138"/>
            <a:ext cx="2618400" cy="395100"/>
          </a:xfrm>
          <a:prstGeom prst="rect">
            <a:avLst/>
          </a:prstGeom>
        </p:spPr>
        <p:txBody>
          <a:bodyPr spcFirstLastPara="1" wrap="square" lIns="182875" tIns="91425" rIns="91425" bIns="91425" anchor="t" anchorCtr="0">
            <a:noAutofit/>
          </a:bodyPr>
          <a:lstStyle>
            <a:lvl1pPr lvl="0">
              <a:lnSpc>
                <a:spcPct val="100000"/>
              </a:lnSpc>
              <a:spcBef>
                <a:spcPts val="0"/>
              </a:spcBef>
              <a:spcAft>
                <a:spcPts val="0"/>
              </a:spcAft>
              <a:buSzPts val="1200"/>
              <a:buNone/>
              <a:defRPr sz="1000" b="1"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3" name="Google Shape;593;p16"/>
          <p:cNvSpPr txBox="1">
            <a:spLocks noGrp="1"/>
          </p:cNvSpPr>
          <p:nvPr>
            <p:ph type="subTitle" idx="9"/>
          </p:nvPr>
        </p:nvSpPr>
        <p:spPr>
          <a:xfrm>
            <a:off x="3254000" y="3461675"/>
            <a:ext cx="2529300" cy="935100"/>
          </a:xfrm>
          <a:prstGeom prst="rect">
            <a:avLst/>
          </a:prstGeom>
        </p:spPr>
        <p:txBody>
          <a:bodyPr spcFirstLastPara="1" wrap="square" lIns="182875" tIns="0" rIns="91425" bIns="91425" anchor="ctr" anchorCtr="0">
            <a:noAutofit/>
          </a:bodyPr>
          <a:lstStyle>
            <a:lvl1pPr lvl="0">
              <a:lnSpc>
                <a:spcPct val="100000"/>
              </a:lnSpc>
              <a:spcBef>
                <a:spcPts val="0"/>
              </a:spcBef>
              <a:spcAft>
                <a:spcPts val="0"/>
              </a:spcAft>
              <a:buSzPts val="1300"/>
              <a:buFont typeface="Arial"/>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4" name="Google Shape;594;p16"/>
          <p:cNvSpPr txBox="1">
            <a:spLocks noGrp="1"/>
          </p:cNvSpPr>
          <p:nvPr>
            <p:ph type="subTitle" idx="13"/>
          </p:nvPr>
        </p:nvSpPr>
        <p:spPr>
          <a:xfrm>
            <a:off x="3254000" y="3840475"/>
            <a:ext cx="2644800" cy="761100"/>
          </a:xfrm>
          <a:prstGeom prst="rect">
            <a:avLst/>
          </a:prstGeom>
        </p:spPr>
        <p:txBody>
          <a:bodyPr spcFirstLastPara="1" wrap="square" lIns="182875" tIns="91425" rIns="91425" bIns="91425" anchor="ctr" anchorCtr="0">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5" name="Google Shape;595;p16"/>
          <p:cNvSpPr txBox="1">
            <a:spLocks noGrp="1"/>
          </p:cNvSpPr>
          <p:nvPr>
            <p:ph type="subTitle" idx="14"/>
          </p:nvPr>
        </p:nvSpPr>
        <p:spPr>
          <a:xfrm rot="-143344">
            <a:off x="503564" y="3472782"/>
            <a:ext cx="2526096" cy="935014"/>
          </a:xfrm>
          <a:prstGeom prst="rect">
            <a:avLst/>
          </a:prstGeom>
        </p:spPr>
        <p:txBody>
          <a:bodyPr spcFirstLastPara="1" wrap="square" lIns="182875" tIns="0" rIns="91425" bIns="91425" anchor="ctr" anchorCtr="0">
            <a:noAutofit/>
          </a:bodyPr>
          <a:lstStyle>
            <a:lvl1pPr lvl="0">
              <a:lnSpc>
                <a:spcPct val="100000"/>
              </a:lnSpc>
              <a:spcBef>
                <a:spcPts val="0"/>
              </a:spcBef>
              <a:spcAft>
                <a:spcPts val="0"/>
              </a:spcAft>
              <a:buSzPts val="1200"/>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6" name="Google Shape;596;p16"/>
          <p:cNvSpPr txBox="1">
            <a:spLocks noGrp="1"/>
          </p:cNvSpPr>
          <p:nvPr>
            <p:ph type="subTitle" idx="15"/>
          </p:nvPr>
        </p:nvSpPr>
        <p:spPr>
          <a:xfrm rot="-143157">
            <a:off x="515751" y="3848927"/>
            <a:ext cx="2644693" cy="761165"/>
          </a:xfrm>
          <a:prstGeom prst="rect">
            <a:avLst/>
          </a:prstGeom>
        </p:spPr>
        <p:txBody>
          <a:bodyPr spcFirstLastPara="1" wrap="square" lIns="182875" tIns="91425" rIns="91425" bIns="91425" anchor="ctr" anchorCtr="0">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7" name="Google Shape;597;p16"/>
          <p:cNvSpPr txBox="1">
            <a:spLocks noGrp="1"/>
          </p:cNvSpPr>
          <p:nvPr>
            <p:ph type="subTitle" idx="16"/>
          </p:nvPr>
        </p:nvSpPr>
        <p:spPr>
          <a:xfrm>
            <a:off x="5975950" y="3457125"/>
            <a:ext cx="2506800" cy="935100"/>
          </a:xfrm>
          <a:prstGeom prst="rect">
            <a:avLst/>
          </a:prstGeom>
        </p:spPr>
        <p:txBody>
          <a:bodyPr spcFirstLastPara="1" wrap="square" lIns="182875" tIns="0" rIns="91425" bIns="91425" anchor="ctr" anchorCtr="0">
            <a:noAutofit/>
          </a:bodyPr>
          <a:lstStyle>
            <a:lvl1pPr lvl="0">
              <a:lnSpc>
                <a:spcPct val="100000"/>
              </a:lnSpc>
              <a:spcBef>
                <a:spcPts val="0"/>
              </a:spcBef>
              <a:spcAft>
                <a:spcPts val="0"/>
              </a:spcAft>
              <a:buSzPts val="1200"/>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8" name="Google Shape;598;p16"/>
          <p:cNvSpPr txBox="1">
            <a:spLocks noGrp="1"/>
          </p:cNvSpPr>
          <p:nvPr>
            <p:ph type="subTitle" idx="17"/>
          </p:nvPr>
        </p:nvSpPr>
        <p:spPr>
          <a:xfrm>
            <a:off x="5975950" y="3835925"/>
            <a:ext cx="2644800" cy="761100"/>
          </a:xfrm>
          <a:prstGeom prst="rect">
            <a:avLst/>
          </a:prstGeom>
        </p:spPr>
        <p:txBody>
          <a:bodyPr spcFirstLastPara="1" wrap="square" lIns="182875" tIns="91425" rIns="91425" bIns="91425" anchor="ctr" anchorCtr="0">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Header, Subtitle and Note">
  <p:cSld name="CUSTOM_1_1_2_2">
    <p:spTree>
      <p:nvGrpSpPr>
        <p:cNvPr id="1" name="Shape 599"/>
        <p:cNvGrpSpPr/>
        <p:nvPr/>
      </p:nvGrpSpPr>
      <p:grpSpPr>
        <a:xfrm>
          <a:off x="0" y="0"/>
          <a:ext cx="0" cy="0"/>
          <a:chOff x="0" y="0"/>
          <a:chExt cx="0" cy="0"/>
        </a:xfrm>
      </p:grpSpPr>
      <p:sp>
        <p:nvSpPr>
          <p:cNvPr id="600" name="Google Shape;600;p17"/>
          <p:cNvSpPr txBox="1">
            <a:spLocks noGrp="1"/>
          </p:cNvSpPr>
          <p:nvPr>
            <p:ph type="body" idx="1"/>
          </p:nvPr>
        </p:nvSpPr>
        <p:spPr>
          <a:xfrm>
            <a:off x="509725" y="1130288"/>
            <a:ext cx="4174800" cy="33540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200"/>
              <a:buNone/>
              <a:defRPr/>
            </a:lvl1pPr>
            <a:lvl2pPr marL="914400" lvl="1" indent="-304800">
              <a:spcBef>
                <a:spcPts val="0"/>
              </a:spcBef>
              <a:spcAft>
                <a:spcPts val="0"/>
              </a:spcAft>
              <a:buSzPts val="1200"/>
              <a:buFont typeface="Manrope"/>
              <a:buChar char="○"/>
              <a:defRPr/>
            </a:lvl2pPr>
            <a:lvl3pPr marL="1371600" lvl="2" indent="-304800">
              <a:spcBef>
                <a:spcPts val="0"/>
              </a:spcBef>
              <a:spcAft>
                <a:spcPts val="0"/>
              </a:spcAft>
              <a:buSzPts val="1200"/>
              <a:buFont typeface="Manrope"/>
              <a:buChar char="■"/>
              <a:defRPr/>
            </a:lvl3pPr>
            <a:lvl4pPr marL="1828800" lvl="3" indent="-304800">
              <a:spcBef>
                <a:spcPts val="0"/>
              </a:spcBef>
              <a:spcAft>
                <a:spcPts val="0"/>
              </a:spcAft>
              <a:buSzPts val="1200"/>
              <a:buFont typeface="Manrope"/>
              <a:buChar char="●"/>
              <a:defRPr/>
            </a:lvl4pPr>
            <a:lvl5pPr marL="2286000" lvl="4" indent="-304800">
              <a:spcBef>
                <a:spcPts val="0"/>
              </a:spcBef>
              <a:spcAft>
                <a:spcPts val="0"/>
              </a:spcAft>
              <a:buSzPts val="1200"/>
              <a:buFont typeface="Manrope"/>
              <a:buChar char="○"/>
              <a:defRPr/>
            </a:lvl5pPr>
            <a:lvl6pPr marL="2743200" lvl="5" indent="-304800">
              <a:spcBef>
                <a:spcPts val="0"/>
              </a:spcBef>
              <a:spcAft>
                <a:spcPts val="0"/>
              </a:spcAft>
              <a:buSzPts val="1200"/>
              <a:buFont typeface="Manrope"/>
              <a:buChar char="■"/>
              <a:defRPr/>
            </a:lvl6pPr>
            <a:lvl7pPr marL="3200400" lvl="6" indent="-304800">
              <a:spcBef>
                <a:spcPts val="0"/>
              </a:spcBef>
              <a:spcAft>
                <a:spcPts val="0"/>
              </a:spcAft>
              <a:buSzPts val="1200"/>
              <a:buFont typeface="Manrope"/>
              <a:buChar char="●"/>
              <a:defRPr/>
            </a:lvl7pPr>
            <a:lvl8pPr marL="3657600" lvl="7" indent="-304800">
              <a:spcBef>
                <a:spcPts val="0"/>
              </a:spcBef>
              <a:spcAft>
                <a:spcPts val="0"/>
              </a:spcAft>
              <a:buSzPts val="1200"/>
              <a:buFont typeface="Manrope"/>
              <a:buChar char="○"/>
              <a:defRPr/>
            </a:lvl8pPr>
            <a:lvl9pPr marL="4114800" lvl="8" indent="-304800">
              <a:spcBef>
                <a:spcPts val="0"/>
              </a:spcBef>
              <a:spcAft>
                <a:spcPts val="0"/>
              </a:spcAft>
              <a:buSzPts val="1200"/>
              <a:buFont typeface="Manrope"/>
              <a:buChar char="■"/>
              <a:defRPr/>
            </a:lvl9pPr>
          </a:lstStyle>
          <a:p>
            <a:endParaRPr/>
          </a:p>
        </p:txBody>
      </p:sp>
      <p:cxnSp>
        <p:nvCxnSpPr>
          <p:cNvPr id="601" name="Google Shape;601;p17"/>
          <p:cNvCxnSpPr/>
          <p:nvPr/>
        </p:nvCxnSpPr>
        <p:spPr>
          <a:xfrm>
            <a:off x="0" y="28463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602" name="Google Shape;602;p17"/>
          <p:cNvCxnSpPr/>
          <p:nvPr/>
        </p:nvCxnSpPr>
        <p:spPr>
          <a:xfrm>
            <a:off x="0" y="30749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603" name="Google Shape;603;p17"/>
          <p:cNvCxnSpPr/>
          <p:nvPr/>
        </p:nvCxnSpPr>
        <p:spPr>
          <a:xfrm>
            <a:off x="0" y="33035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604" name="Google Shape;604;p17"/>
          <p:cNvCxnSpPr/>
          <p:nvPr/>
        </p:nvCxnSpPr>
        <p:spPr>
          <a:xfrm>
            <a:off x="0" y="35321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605" name="Google Shape;605;p17"/>
          <p:cNvCxnSpPr/>
          <p:nvPr/>
        </p:nvCxnSpPr>
        <p:spPr>
          <a:xfrm>
            <a:off x="0" y="37607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606" name="Google Shape;606;p17"/>
          <p:cNvCxnSpPr/>
          <p:nvPr/>
        </p:nvCxnSpPr>
        <p:spPr>
          <a:xfrm>
            <a:off x="0" y="39893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607" name="Google Shape;607;p17"/>
          <p:cNvCxnSpPr/>
          <p:nvPr/>
        </p:nvCxnSpPr>
        <p:spPr>
          <a:xfrm>
            <a:off x="0" y="42179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608" name="Google Shape;608;p17"/>
          <p:cNvCxnSpPr/>
          <p:nvPr/>
        </p:nvCxnSpPr>
        <p:spPr>
          <a:xfrm>
            <a:off x="0" y="44465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609" name="Google Shape;609;p17"/>
          <p:cNvCxnSpPr/>
          <p:nvPr/>
        </p:nvCxnSpPr>
        <p:spPr>
          <a:xfrm>
            <a:off x="0" y="46751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610" name="Google Shape;610;p17"/>
          <p:cNvCxnSpPr/>
          <p:nvPr/>
        </p:nvCxnSpPr>
        <p:spPr>
          <a:xfrm>
            <a:off x="0" y="4903700"/>
            <a:ext cx="9144000" cy="0"/>
          </a:xfrm>
          <a:prstGeom prst="straightConnector1">
            <a:avLst/>
          </a:prstGeom>
          <a:noFill/>
          <a:ln w="9525" cap="flat" cmpd="sng">
            <a:solidFill>
              <a:schemeClr val="accent5"/>
            </a:solidFill>
            <a:prstDash val="solid"/>
            <a:round/>
            <a:headEnd type="none" w="sm" len="sm"/>
            <a:tailEnd type="none" w="sm" len="sm"/>
          </a:ln>
        </p:spPr>
      </p:cxnSp>
      <p:cxnSp>
        <p:nvCxnSpPr>
          <p:cNvPr id="611" name="Google Shape;611;p17"/>
          <p:cNvCxnSpPr/>
          <p:nvPr/>
        </p:nvCxnSpPr>
        <p:spPr>
          <a:xfrm>
            <a:off x="0" y="939481"/>
            <a:ext cx="9144000" cy="0"/>
          </a:xfrm>
          <a:prstGeom prst="straightConnector1">
            <a:avLst/>
          </a:prstGeom>
          <a:noFill/>
          <a:ln w="9525" cap="flat" cmpd="sng">
            <a:solidFill>
              <a:schemeClr val="accent5"/>
            </a:solidFill>
            <a:prstDash val="solid"/>
            <a:round/>
            <a:headEnd type="none" w="sm" len="sm"/>
            <a:tailEnd type="none" w="sm" len="sm"/>
          </a:ln>
        </p:spPr>
      </p:cxnSp>
      <p:sp>
        <p:nvSpPr>
          <p:cNvPr id="612" name="Google Shape;612;p17"/>
          <p:cNvSpPr txBox="1">
            <a:spLocks noGrp="1"/>
          </p:cNvSpPr>
          <p:nvPr>
            <p:ph type="title"/>
          </p:nvPr>
        </p:nvSpPr>
        <p:spPr>
          <a:xfrm>
            <a:off x="509725" y="525800"/>
            <a:ext cx="4785900" cy="6009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41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
        <p:nvSpPr>
          <p:cNvPr id="613" name="Google Shape;613;p17"/>
          <p:cNvSpPr txBox="1">
            <a:spLocks noGrp="1"/>
          </p:cNvSpPr>
          <p:nvPr>
            <p:ph type="subTitle" idx="2"/>
          </p:nvPr>
        </p:nvSpPr>
        <p:spPr>
          <a:xfrm rot="-182546">
            <a:off x="5376031" y="2587214"/>
            <a:ext cx="3108782" cy="501711"/>
          </a:xfrm>
          <a:prstGeom prst="rect">
            <a:avLst/>
          </a:prstGeom>
        </p:spPr>
        <p:txBody>
          <a:bodyPr spcFirstLastPara="1" wrap="square" lIns="182875" tIns="91425" rIns="91425" bIns="91425" anchor="t" anchorCtr="0">
            <a:noAutofit/>
          </a:bodyPr>
          <a:lstStyle>
            <a:lvl1pPr lvl="0">
              <a:lnSpc>
                <a:spcPct val="100000"/>
              </a:lnSpc>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4" name="Google Shape;614;p17"/>
          <p:cNvSpPr txBox="1">
            <a:spLocks noGrp="1"/>
          </p:cNvSpPr>
          <p:nvPr>
            <p:ph type="subTitle" idx="3"/>
          </p:nvPr>
        </p:nvSpPr>
        <p:spPr>
          <a:xfrm rot="-182643">
            <a:off x="5853959" y="3074975"/>
            <a:ext cx="2977201" cy="1813059"/>
          </a:xfrm>
          <a:prstGeom prst="rect">
            <a:avLst/>
          </a:prstGeom>
        </p:spPr>
        <p:txBody>
          <a:bodyPr spcFirstLastPara="1" wrap="square" lIns="182875" tIns="182875" rIns="91425" bIns="91425" anchor="t" anchorCtr="0">
            <a:noAutofit/>
          </a:bodyPr>
          <a:lstStyle>
            <a:lvl1pPr lvl="0">
              <a:lnSpc>
                <a:spcPct val="100000"/>
              </a:lnSpc>
              <a:spcBef>
                <a:spcPts val="0"/>
              </a:spcBef>
              <a:spcAft>
                <a:spcPts val="0"/>
              </a:spcAft>
              <a:buSzPts val="12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6 Notes">
  <p:cSld name="CUSTOM_1_1_2_1">
    <p:spTree>
      <p:nvGrpSpPr>
        <p:cNvPr id="1" name="Shape 615"/>
        <p:cNvGrpSpPr/>
        <p:nvPr/>
      </p:nvGrpSpPr>
      <p:grpSpPr>
        <a:xfrm>
          <a:off x="0" y="0"/>
          <a:ext cx="0" cy="0"/>
          <a:chOff x="0" y="0"/>
          <a:chExt cx="0" cy="0"/>
        </a:xfrm>
      </p:grpSpPr>
      <p:sp>
        <p:nvSpPr>
          <p:cNvPr id="616" name="Google Shape;616;p18"/>
          <p:cNvSpPr txBox="1">
            <a:spLocks noGrp="1"/>
          </p:cNvSpPr>
          <p:nvPr>
            <p:ph type="subTitle" idx="1"/>
          </p:nvPr>
        </p:nvSpPr>
        <p:spPr>
          <a:xfrm>
            <a:off x="2677850" y="665250"/>
            <a:ext cx="1897500" cy="7035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Font typeface="Arial"/>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7" name="Google Shape;617;p18"/>
          <p:cNvSpPr txBox="1">
            <a:spLocks noGrp="1"/>
          </p:cNvSpPr>
          <p:nvPr>
            <p:ph type="title"/>
          </p:nvPr>
        </p:nvSpPr>
        <p:spPr>
          <a:xfrm>
            <a:off x="5278050" y="277788"/>
            <a:ext cx="1032000" cy="292200"/>
          </a:xfrm>
          <a:prstGeom prst="rect">
            <a:avLst/>
          </a:prstGeom>
          <a:solidFill>
            <a:schemeClr val="dk2"/>
          </a:solidFill>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
        <p:nvSpPr>
          <p:cNvPr id="618" name="Google Shape;618;p18"/>
          <p:cNvSpPr txBox="1">
            <a:spLocks noGrp="1"/>
          </p:cNvSpPr>
          <p:nvPr>
            <p:ph type="title" idx="2"/>
          </p:nvPr>
        </p:nvSpPr>
        <p:spPr>
          <a:xfrm>
            <a:off x="7518350" y="277788"/>
            <a:ext cx="1032000" cy="292200"/>
          </a:xfrm>
          <a:prstGeom prst="rect">
            <a:avLst/>
          </a:prstGeom>
          <a:solidFill>
            <a:schemeClr val="dk2"/>
          </a:solidFill>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a:endParaRPr/>
          </a:p>
        </p:txBody>
      </p:sp>
      <p:sp>
        <p:nvSpPr>
          <p:cNvPr id="619" name="Google Shape;619;p18"/>
          <p:cNvSpPr txBox="1">
            <a:spLocks noGrp="1"/>
          </p:cNvSpPr>
          <p:nvPr>
            <p:ph type="title" idx="3"/>
          </p:nvPr>
        </p:nvSpPr>
        <p:spPr>
          <a:xfrm>
            <a:off x="3045175" y="2827013"/>
            <a:ext cx="1032000" cy="292200"/>
          </a:xfrm>
          <a:prstGeom prst="rect">
            <a:avLst/>
          </a:prstGeom>
          <a:solidFill>
            <a:schemeClr val="dk2"/>
          </a:solidFill>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a:endParaRPr/>
          </a:p>
        </p:txBody>
      </p:sp>
      <p:sp>
        <p:nvSpPr>
          <p:cNvPr id="620" name="Google Shape;620;p18"/>
          <p:cNvSpPr txBox="1">
            <a:spLocks noGrp="1"/>
          </p:cNvSpPr>
          <p:nvPr>
            <p:ph type="title" idx="4"/>
          </p:nvPr>
        </p:nvSpPr>
        <p:spPr>
          <a:xfrm>
            <a:off x="5270625" y="2827013"/>
            <a:ext cx="1032000" cy="292200"/>
          </a:xfrm>
          <a:prstGeom prst="rect">
            <a:avLst/>
          </a:prstGeom>
          <a:solidFill>
            <a:schemeClr val="dk2"/>
          </a:solidFill>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a:endParaRPr/>
          </a:p>
        </p:txBody>
      </p:sp>
      <p:sp>
        <p:nvSpPr>
          <p:cNvPr id="621" name="Google Shape;621;p18"/>
          <p:cNvSpPr txBox="1">
            <a:spLocks noGrp="1"/>
          </p:cNvSpPr>
          <p:nvPr>
            <p:ph type="title" idx="5"/>
          </p:nvPr>
        </p:nvSpPr>
        <p:spPr>
          <a:xfrm>
            <a:off x="7510925" y="2827013"/>
            <a:ext cx="1032000" cy="292200"/>
          </a:xfrm>
          <a:prstGeom prst="rect">
            <a:avLst/>
          </a:prstGeom>
          <a:solidFill>
            <a:schemeClr val="dk2"/>
          </a:solidFill>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a:endParaRPr/>
          </a:p>
        </p:txBody>
      </p:sp>
      <p:sp>
        <p:nvSpPr>
          <p:cNvPr id="622" name="Google Shape;622;p18"/>
          <p:cNvSpPr txBox="1">
            <a:spLocks noGrp="1"/>
          </p:cNvSpPr>
          <p:nvPr>
            <p:ph type="title" idx="6"/>
          </p:nvPr>
        </p:nvSpPr>
        <p:spPr>
          <a:xfrm>
            <a:off x="521275" y="525800"/>
            <a:ext cx="1897500" cy="1430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41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3" name="Google Shape;623;p18"/>
          <p:cNvSpPr/>
          <p:nvPr/>
        </p:nvSpPr>
        <p:spPr>
          <a:xfrm>
            <a:off x="673550" y="3164224"/>
            <a:ext cx="132600" cy="132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Manrope"/>
              <a:ea typeface="Manrope"/>
              <a:cs typeface="Manrope"/>
              <a:sym typeface="Manrope"/>
            </a:endParaRPr>
          </a:p>
        </p:txBody>
      </p:sp>
      <p:sp>
        <p:nvSpPr>
          <p:cNvPr id="624" name="Google Shape;624;p18"/>
          <p:cNvSpPr/>
          <p:nvPr/>
        </p:nvSpPr>
        <p:spPr>
          <a:xfrm>
            <a:off x="673550" y="3413020"/>
            <a:ext cx="132600" cy="132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Manrope"/>
              <a:ea typeface="Manrope"/>
              <a:cs typeface="Manrope"/>
              <a:sym typeface="Manrope"/>
            </a:endParaRPr>
          </a:p>
        </p:txBody>
      </p:sp>
      <p:sp>
        <p:nvSpPr>
          <p:cNvPr id="625" name="Google Shape;625;p18"/>
          <p:cNvSpPr/>
          <p:nvPr/>
        </p:nvSpPr>
        <p:spPr>
          <a:xfrm>
            <a:off x="673550" y="3661816"/>
            <a:ext cx="132600" cy="132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Manrope"/>
              <a:ea typeface="Manrope"/>
              <a:cs typeface="Manrope"/>
              <a:sym typeface="Manrope"/>
            </a:endParaRPr>
          </a:p>
        </p:txBody>
      </p:sp>
      <p:sp>
        <p:nvSpPr>
          <p:cNvPr id="626" name="Google Shape;626;p18"/>
          <p:cNvSpPr/>
          <p:nvPr/>
        </p:nvSpPr>
        <p:spPr>
          <a:xfrm>
            <a:off x="673550" y="3910626"/>
            <a:ext cx="132600" cy="132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Manrope"/>
              <a:ea typeface="Manrope"/>
              <a:cs typeface="Manrope"/>
              <a:sym typeface="Manrope"/>
            </a:endParaRPr>
          </a:p>
        </p:txBody>
      </p:sp>
      <p:sp>
        <p:nvSpPr>
          <p:cNvPr id="627" name="Google Shape;627;p18"/>
          <p:cNvSpPr/>
          <p:nvPr/>
        </p:nvSpPr>
        <p:spPr>
          <a:xfrm>
            <a:off x="673550" y="4159422"/>
            <a:ext cx="132600" cy="132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Manrope"/>
              <a:ea typeface="Manrope"/>
              <a:cs typeface="Manrope"/>
              <a:sym typeface="Manrope"/>
            </a:endParaRPr>
          </a:p>
        </p:txBody>
      </p:sp>
      <p:sp>
        <p:nvSpPr>
          <p:cNvPr id="628" name="Google Shape;628;p18"/>
          <p:cNvSpPr/>
          <p:nvPr/>
        </p:nvSpPr>
        <p:spPr>
          <a:xfrm>
            <a:off x="673550" y="4408217"/>
            <a:ext cx="132600" cy="132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Manrope"/>
              <a:ea typeface="Manrope"/>
              <a:cs typeface="Manrope"/>
              <a:sym typeface="Manrope"/>
            </a:endParaRPr>
          </a:p>
        </p:txBody>
      </p:sp>
      <p:grpSp>
        <p:nvGrpSpPr>
          <p:cNvPr id="629" name="Google Shape;629;p18"/>
          <p:cNvGrpSpPr/>
          <p:nvPr/>
        </p:nvGrpSpPr>
        <p:grpSpPr>
          <a:xfrm>
            <a:off x="666102" y="3359600"/>
            <a:ext cx="1540800" cy="1232286"/>
            <a:chOff x="666102" y="3359600"/>
            <a:chExt cx="1540800" cy="1232286"/>
          </a:xfrm>
        </p:grpSpPr>
        <p:cxnSp>
          <p:nvCxnSpPr>
            <p:cNvPr id="630" name="Google Shape;630;p18"/>
            <p:cNvCxnSpPr/>
            <p:nvPr/>
          </p:nvCxnSpPr>
          <p:spPr>
            <a:xfrm>
              <a:off x="666102" y="3359600"/>
              <a:ext cx="1540800" cy="0"/>
            </a:xfrm>
            <a:prstGeom prst="straightConnector1">
              <a:avLst/>
            </a:prstGeom>
            <a:noFill/>
            <a:ln w="9525" cap="flat" cmpd="sng">
              <a:solidFill>
                <a:schemeClr val="accent5"/>
              </a:solidFill>
              <a:prstDash val="solid"/>
              <a:round/>
              <a:headEnd type="none" w="sm" len="sm"/>
              <a:tailEnd type="none" w="sm" len="sm"/>
            </a:ln>
          </p:spPr>
        </p:cxnSp>
        <p:cxnSp>
          <p:nvCxnSpPr>
            <p:cNvPr id="631" name="Google Shape;631;p18"/>
            <p:cNvCxnSpPr/>
            <p:nvPr/>
          </p:nvCxnSpPr>
          <p:spPr>
            <a:xfrm>
              <a:off x="666102" y="3603081"/>
              <a:ext cx="1540800" cy="0"/>
            </a:xfrm>
            <a:prstGeom prst="straightConnector1">
              <a:avLst/>
            </a:prstGeom>
            <a:noFill/>
            <a:ln w="9525" cap="flat" cmpd="sng">
              <a:solidFill>
                <a:schemeClr val="accent5"/>
              </a:solidFill>
              <a:prstDash val="solid"/>
              <a:round/>
              <a:headEnd type="none" w="sm" len="sm"/>
              <a:tailEnd type="none" w="sm" len="sm"/>
            </a:ln>
          </p:spPr>
        </p:cxnSp>
        <p:cxnSp>
          <p:nvCxnSpPr>
            <p:cNvPr id="632" name="Google Shape;632;p18"/>
            <p:cNvCxnSpPr/>
            <p:nvPr/>
          </p:nvCxnSpPr>
          <p:spPr>
            <a:xfrm>
              <a:off x="666102" y="3846561"/>
              <a:ext cx="1540800" cy="0"/>
            </a:xfrm>
            <a:prstGeom prst="straightConnector1">
              <a:avLst/>
            </a:prstGeom>
            <a:noFill/>
            <a:ln w="9525" cap="flat" cmpd="sng">
              <a:solidFill>
                <a:schemeClr val="accent5"/>
              </a:solidFill>
              <a:prstDash val="solid"/>
              <a:round/>
              <a:headEnd type="none" w="sm" len="sm"/>
              <a:tailEnd type="none" w="sm" len="sm"/>
            </a:ln>
          </p:spPr>
        </p:cxnSp>
        <p:cxnSp>
          <p:nvCxnSpPr>
            <p:cNvPr id="633" name="Google Shape;633;p18"/>
            <p:cNvCxnSpPr/>
            <p:nvPr/>
          </p:nvCxnSpPr>
          <p:spPr>
            <a:xfrm>
              <a:off x="666102" y="4090042"/>
              <a:ext cx="1540800" cy="0"/>
            </a:xfrm>
            <a:prstGeom prst="straightConnector1">
              <a:avLst/>
            </a:prstGeom>
            <a:noFill/>
            <a:ln w="9525" cap="flat" cmpd="sng">
              <a:solidFill>
                <a:schemeClr val="accent5"/>
              </a:solidFill>
              <a:prstDash val="solid"/>
              <a:round/>
              <a:headEnd type="none" w="sm" len="sm"/>
              <a:tailEnd type="none" w="sm" len="sm"/>
            </a:ln>
          </p:spPr>
        </p:cxnSp>
        <p:cxnSp>
          <p:nvCxnSpPr>
            <p:cNvPr id="634" name="Google Shape;634;p18"/>
            <p:cNvCxnSpPr/>
            <p:nvPr/>
          </p:nvCxnSpPr>
          <p:spPr>
            <a:xfrm>
              <a:off x="666102" y="4340963"/>
              <a:ext cx="1540800" cy="0"/>
            </a:xfrm>
            <a:prstGeom prst="straightConnector1">
              <a:avLst/>
            </a:prstGeom>
            <a:noFill/>
            <a:ln w="9525" cap="flat" cmpd="sng">
              <a:solidFill>
                <a:schemeClr val="accent5"/>
              </a:solidFill>
              <a:prstDash val="solid"/>
              <a:round/>
              <a:headEnd type="none" w="sm" len="sm"/>
              <a:tailEnd type="none" w="sm" len="sm"/>
            </a:ln>
          </p:spPr>
        </p:cxnSp>
        <p:cxnSp>
          <p:nvCxnSpPr>
            <p:cNvPr id="635" name="Google Shape;635;p18"/>
            <p:cNvCxnSpPr/>
            <p:nvPr/>
          </p:nvCxnSpPr>
          <p:spPr>
            <a:xfrm>
              <a:off x="666102" y="4591886"/>
              <a:ext cx="1540800" cy="0"/>
            </a:xfrm>
            <a:prstGeom prst="straightConnector1">
              <a:avLst/>
            </a:prstGeom>
            <a:noFill/>
            <a:ln w="9525" cap="flat" cmpd="sng">
              <a:solidFill>
                <a:schemeClr val="accent5"/>
              </a:solidFill>
              <a:prstDash val="solid"/>
              <a:round/>
              <a:headEnd type="none" w="sm" len="sm"/>
              <a:tailEnd type="none" w="sm" len="sm"/>
            </a:ln>
          </p:spPr>
        </p:cxnSp>
      </p:grpSp>
      <p:cxnSp>
        <p:nvCxnSpPr>
          <p:cNvPr id="636" name="Google Shape;636;p18"/>
          <p:cNvCxnSpPr/>
          <p:nvPr/>
        </p:nvCxnSpPr>
        <p:spPr>
          <a:xfrm>
            <a:off x="392950" y="-20266"/>
            <a:ext cx="0" cy="5165700"/>
          </a:xfrm>
          <a:prstGeom prst="straightConnector1">
            <a:avLst/>
          </a:prstGeom>
          <a:noFill/>
          <a:ln w="9525" cap="flat" cmpd="sng">
            <a:solidFill>
              <a:schemeClr val="accent5"/>
            </a:solidFill>
            <a:prstDash val="solid"/>
            <a:round/>
            <a:headEnd type="none" w="sm" len="sm"/>
            <a:tailEnd type="none" w="sm" len="sm"/>
          </a:ln>
        </p:spPr>
      </p:cxnSp>
      <p:grpSp>
        <p:nvGrpSpPr>
          <p:cNvPr id="637" name="Google Shape;637;p18"/>
          <p:cNvGrpSpPr/>
          <p:nvPr/>
        </p:nvGrpSpPr>
        <p:grpSpPr>
          <a:xfrm>
            <a:off x="114406" y="175123"/>
            <a:ext cx="134104" cy="4750255"/>
            <a:chOff x="114406" y="175123"/>
            <a:chExt cx="134104" cy="4750255"/>
          </a:xfrm>
        </p:grpSpPr>
        <p:grpSp>
          <p:nvGrpSpPr>
            <p:cNvPr id="638" name="Google Shape;638;p18"/>
            <p:cNvGrpSpPr/>
            <p:nvPr/>
          </p:nvGrpSpPr>
          <p:grpSpPr>
            <a:xfrm>
              <a:off x="114406" y="175123"/>
              <a:ext cx="134104" cy="4334807"/>
              <a:chOff x="5432271" y="383100"/>
              <a:chExt cx="137854" cy="4456010"/>
            </a:xfrm>
          </p:grpSpPr>
          <p:grpSp>
            <p:nvGrpSpPr>
              <p:cNvPr id="639" name="Google Shape;639;p18"/>
              <p:cNvGrpSpPr/>
              <p:nvPr/>
            </p:nvGrpSpPr>
            <p:grpSpPr>
              <a:xfrm>
                <a:off x="5432271" y="383100"/>
                <a:ext cx="137854" cy="981668"/>
                <a:chOff x="5432271" y="383100"/>
                <a:chExt cx="137854" cy="981668"/>
              </a:xfrm>
            </p:grpSpPr>
            <p:sp>
              <p:nvSpPr>
                <p:cNvPr id="640" name="Google Shape;640;p18"/>
                <p:cNvSpPr/>
                <p:nvPr/>
              </p:nvSpPr>
              <p:spPr>
                <a:xfrm>
                  <a:off x="5433925" y="82211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41" name="Google Shape;641;p18"/>
                <p:cNvSpPr/>
                <p:nvPr/>
              </p:nvSpPr>
              <p:spPr>
                <a:xfrm>
                  <a:off x="5432271" y="383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42" name="Google Shape;642;p18"/>
                <p:cNvSpPr/>
                <p:nvPr/>
              </p:nvSpPr>
              <p:spPr>
                <a:xfrm>
                  <a:off x="5433925" y="1233968"/>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643" name="Google Shape;643;p18"/>
              <p:cNvGrpSpPr/>
              <p:nvPr/>
            </p:nvGrpSpPr>
            <p:grpSpPr>
              <a:xfrm>
                <a:off x="5432271" y="1678500"/>
                <a:ext cx="137854" cy="981668"/>
                <a:chOff x="5432271" y="383100"/>
                <a:chExt cx="137854" cy="981668"/>
              </a:xfrm>
            </p:grpSpPr>
            <p:sp>
              <p:nvSpPr>
                <p:cNvPr id="644" name="Google Shape;644;p18"/>
                <p:cNvSpPr/>
                <p:nvPr/>
              </p:nvSpPr>
              <p:spPr>
                <a:xfrm>
                  <a:off x="5432271" y="383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45" name="Google Shape;645;p18"/>
                <p:cNvSpPr/>
                <p:nvPr/>
              </p:nvSpPr>
              <p:spPr>
                <a:xfrm>
                  <a:off x="5433925" y="82211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46" name="Google Shape;646;p18"/>
                <p:cNvSpPr/>
                <p:nvPr/>
              </p:nvSpPr>
              <p:spPr>
                <a:xfrm>
                  <a:off x="5433925" y="1233968"/>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647" name="Google Shape;647;p18"/>
              <p:cNvGrpSpPr/>
              <p:nvPr/>
            </p:nvGrpSpPr>
            <p:grpSpPr>
              <a:xfrm>
                <a:off x="5432271" y="2973900"/>
                <a:ext cx="137854" cy="981668"/>
                <a:chOff x="5432271" y="383100"/>
                <a:chExt cx="137854" cy="981668"/>
              </a:xfrm>
            </p:grpSpPr>
            <p:sp>
              <p:nvSpPr>
                <p:cNvPr id="648" name="Google Shape;648;p18"/>
                <p:cNvSpPr/>
                <p:nvPr/>
              </p:nvSpPr>
              <p:spPr>
                <a:xfrm>
                  <a:off x="5432271" y="383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49" name="Google Shape;649;p18"/>
                <p:cNvSpPr/>
                <p:nvPr/>
              </p:nvSpPr>
              <p:spPr>
                <a:xfrm>
                  <a:off x="5433925" y="82211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50" name="Google Shape;650;p18"/>
                <p:cNvSpPr/>
                <p:nvPr/>
              </p:nvSpPr>
              <p:spPr>
                <a:xfrm>
                  <a:off x="5433925" y="1233968"/>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651" name="Google Shape;651;p18"/>
              <p:cNvGrpSpPr/>
              <p:nvPr/>
            </p:nvGrpSpPr>
            <p:grpSpPr>
              <a:xfrm>
                <a:off x="5432271" y="4269300"/>
                <a:ext cx="137854" cy="569810"/>
                <a:chOff x="5432271" y="383100"/>
                <a:chExt cx="137854" cy="569810"/>
              </a:xfrm>
            </p:grpSpPr>
            <p:sp>
              <p:nvSpPr>
                <p:cNvPr id="652" name="Google Shape;652;p18"/>
                <p:cNvSpPr/>
                <p:nvPr/>
              </p:nvSpPr>
              <p:spPr>
                <a:xfrm>
                  <a:off x="5432271" y="383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53" name="Google Shape;653;p18"/>
                <p:cNvSpPr/>
                <p:nvPr/>
              </p:nvSpPr>
              <p:spPr>
                <a:xfrm>
                  <a:off x="5433925" y="82211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sp>
          <p:nvSpPr>
            <p:cNvPr id="654" name="Google Shape;654;p18"/>
            <p:cNvSpPr/>
            <p:nvPr/>
          </p:nvSpPr>
          <p:spPr>
            <a:xfrm>
              <a:off x="115150" y="4798178"/>
              <a:ext cx="132600" cy="127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sp>
        <p:nvSpPr>
          <p:cNvPr id="655" name="Google Shape;655;p18"/>
          <p:cNvSpPr txBox="1">
            <a:spLocks noGrp="1"/>
          </p:cNvSpPr>
          <p:nvPr>
            <p:ph type="title" idx="7"/>
          </p:nvPr>
        </p:nvSpPr>
        <p:spPr>
          <a:xfrm rot="-269417">
            <a:off x="593100" y="2197119"/>
            <a:ext cx="1597905" cy="680076"/>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200"/>
              <a:buNone/>
              <a:defRPr sz="1200">
                <a:latin typeface="Manrope"/>
                <a:ea typeface="Manrope"/>
                <a:cs typeface="Manrope"/>
                <a:sym typeface="Manrop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56" name="Google Shape;656;p18"/>
          <p:cNvSpPr txBox="1">
            <a:spLocks noGrp="1"/>
          </p:cNvSpPr>
          <p:nvPr>
            <p:ph type="title" idx="8"/>
          </p:nvPr>
        </p:nvSpPr>
        <p:spPr>
          <a:xfrm>
            <a:off x="3052600" y="277788"/>
            <a:ext cx="1032000" cy="292200"/>
          </a:xfrm>
          <a:prstGeom prst="rect">
            <a:avLst/>
          </a:prstGeom>
          <a:solidFill>
            <a:schemeClr val="dk2"/>
          </a:solidFill>
        </p:spPr>
        <p:txBody>
          <a:bodyPr spcFirstLastPara="1" wrap="square" lIns="91425" tIns="91425" rIns="91425" bIns="91425" anchor="ctr" anchorCtr="0">
            <a:sp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
        <p:nvSpPr>
          <p:cNvPr id="657" name="Google Shape;657;p18"/>
          <p:cNvSpPr txBox="1">
            <a:spLocks noGrp="1"/>
          </p:cNvSpPr>
          <p:nvPr>
            <p:ph type="subTitle" idx="9"/>
          </p:nvPr>
        </p:nvSpPr>
        <p:spPr>
          <a:xfrm>
            <a:off x="4866000" y="665250"/>
            <a:ext cx="1897500" cy="7035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8" name="Google Shape;658;p18"/>
          <p:cNvSpPr txBox="1">
            <a:spLocks noGrp="1"/>
          </p:cNvSpPr>
          <p:nvPr>
            <p:ph type="subTitle" idx="13"/>
          </p:nvPr>
        </p:nvSpPr>
        <p:spPr>
          <a:xfrm>
            <a:off x="7085600" y="665250"/>
            <a:ext cx="1897500" cy="7035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9" name="Google Shape;659;p18"/>
          <p:cNvSpPr txBox="1">
            <a:spLocks noGrp="1"/>
          </p:cNvSpPr>
          <p:nvPr>
            <p:ph type="subTitle" idx="14"/>
          </p:nvPr>
        </p:nvSpPr>
        <p:spPr>
          <a:xfrm>
            <a:off x="2677850" y="3251325"/>
            <a:ext cx="1897500" cy="7035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0" name="Google Shape;660;p18"/>
          <p:cNvSpPr txBox="1">
            <a:spLocks noGrp="1"/>
          </p:cNvSpPr>
          <p:nvPr>
            <p:ph type="subTitle" idx="15"/>
          </p:nvPr>
        </p:nvSpPr>
        <p:spPr>
          <a:xfrm>
            <a:off x="4866000" y="3251325"/>
            <a:ext cx="1897500" cy="7035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1" name="Google Shape;661;p18"/>
          <p:cNvSpPr txBox="1">
            <a:spLocks noGrp="1"/>
          </p:cNvSpPr>
          <p:nvPr>
            <p:ph type="subTitle" idx="16"/>
          </p:nvPr>
        </p:nvSpPr>
        <p:spPr>
          <a:xfrm>
            <a:off x="7085600" y="3251325"/>
            <a:ext cx="1897500" cy="7035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WOT Analysis">
  <p:cSld name="BLANK_1_1_1_2">
    <p:bg>
      <p:bgPr>
        <a:solidFill>
          <a:schemeClr val="lt2"/>
        </a:solidFill>
        <a:effectLst/>
      </p:bgPr>
    </p:bg>
    <p:spTree>
      <p:nvGrpSpPr>
        <p:cNvPr id="1" name="Shape 662"/>
        <p:cNvGrpSpPr/>
        <p:nvPr/>
      </p:nvGrpSpPr>
      <p:grpSpPr>
        <a:xfrm>
          <a:off x="0" y="0"/>
          <a:ext cx="0" cy="0"/>
          <a:chOff x="0" y="0"/>
          <a:chExt cx="0" cy="0"/>
        </a:xfrm>
      </p:grpSpPr>
      <p:sp>
        <p:nvSpPr>
          <p:cNvPr id="663" name="Google Shape;663;p19"/>
          <p:cNvSpPr/>
          <p:nvPr/>
        </p:nvSpPr>
        <p:spPr>
          <a:xfrm>
            <a:off x="2341800" y="0"/>
            <a:ext cx="6802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64" name="Google Shape;664;p19"/>
          <p:cNvSpPr txBox="1">
            <a:spLocks noGrp="1"/>
          </p:cNvSpPr>
          <p:nvPr>
            <p:ph type="body" idx="1"/>
          </p:nvPr>
        </p:nvSpPr>
        <p:spPr>
          <a:xfrm>
            <a:off x="2802500" y="1001400"/>
            <a:ext cx="2465700" cy="1346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292100">
              <a:spcBef>
                <a:spcPts val="800"/>
              </a:spcBef>
              <a:spcAft>
                <a:spcPts val="0"/>
              </a:spcAft>
              <a:buSzPts val="1000"/>
              <a:buChar char="○"/>
              <a:defRPr sz="1000"/>
            </a:lvl2pPr>
            <a:lvl3pPr marL="1371600" lvl="2" indent="-292100">
              <a:spcBef>
                <a:spcPts val="800"/>
              </a:spcBef>
              <a:spcAft>
                <a:spcPts val="0"/>
              </a:spcAft>
              <a:buSzPts val="1000"/>
              <a:buChar char="■"/>
              <a:defRPr sz="1000"/>
            </a:lvl3pPr>
            <a:lvl4pPr marL="1828800" lvl="3" indent="-292100">
              <a:spcBef>
                <a:spcPts val="800"/>
              </a:spcBef>
              <a:spcAft>
                <a:spcPts val="0"/>
              </a:spcAft>
              <a:buSzPts val="1000"/>
              <a:buChar char="●"/>
              <a:defRPr sz="1000"/>
            </a:lvl4pPr>
            <a:lvl5pPr marL="2286000" lvl="4" indent="-292100">
              <a:spcBef>
                <a:spcPts val="800"/>
              </a:spcBef>
              <a:spcAft>
                <a:spcPts val="0"/>
              </a:spcAft>
              <a:buSzPts val="1000"/>
              <a:buChar char="○"/>
              <a:defRPr sz="1000"/>
            </a:lvl5pPr>
            <a:lvl6pPr marL="2743200" lvl="5" indent="-292100">
              <a:spcBef>
                <a:spcPts val="800"/>
              </a:spcBef>
              <a:spcAft>
                <a:spcPts val="0"/>
              </a:spcAft>
              <a:buSzPts val="1000"/>
              <a:buChar char="■"/>
              <a:defRPr sz="1000"/>
            </a:lvl6pPr>
            <a:lvl7pPr marL="3200400" lvl="6" indent="-292100">
              <a:spcBef>
                <a:spcPts val="800"/>
              </a:spcBef>
              <a:spcAft>
                <a:spcPts val="0"/>
              </a:spcAft>
              <a:buSzPts val="1000"/>
              <a:buChar char="●"/>
              <a:defRPr sz="1000"/>
            </a:lvl7pPr>
            <a:lvl8pPr marL="3657600" lvl="7" indent="-292100">
              <a:spcBef>
                <a:spcPts val="800"/>
              </a:spcBef>
              <a:spcAft>
                <a:spcPts val="0"/>
              </a:spcAft>
              <a:buSzPts val="1000"/>
              <a:buChar char="○"/>
              <a:defRPr sz="1000"/>
            </a:lvl8pPr>
            <a:lvl9pPr marL="4114800" lvl="8" indent="-292100">
              <a:spcBef>
                <a:spcPts val="800"/>
              </a:spcBef>
              <a:spcAft>
                <a:spcPts val="800"/>
              </a:spcAft>
              <a:buSzPts val="1000"/>
              <a:buChar char="■"/>
              <a:defRPr sz="1000"/>
            </a:lvl9pPr>
          </a:lstStyle>
          <a:p>
            <a:endParaRPr/>
          </a:p>
        </p:txBody>
      </p:sp>
      <p:grpSp>
        <p:nvGrpSpPr>
          <p:cNvPr id="665" name="Google Shape;665;p19"/>
          <p:cNvGrpSpPr/>
          <p:nvPr/>
        </p:nvGrpSpPr>
        <p:grpSpPr>
          <a:xfrm rot="5400000">
            <a:off x="6680877" y="-2076119"/>
            <a:ext cx="184470" cy="4334807"/>
            <a:chOff x="5380497" y="383100"/>
            <a:chExt cx="189628" cy="4456010"/>
          </a:xfrm>
        </p:grpSpPr>
        <p:grpSp>
          <p:nvGrpSpPr>
            <p:cNvPr id="666" name="Google Shape;666;p19"/>
            <p:cNvGrpSpPr/>
            <p:nvPr/>
          </p:nvGrpSpPr>
          <p:grpSpPr>
            <a:xfrm>
              <a:off x="5380497" y="383100"/>
              <a:ext cx="189628" cy="981668"/>
              <a:chOff x="5380497" y="383100"/>
              <a:chExt cx="189628" cy="981668"/>
            </a:xfrm>
          </p:grpSpPr>
          <p:grpSp>
            <p:nvGrpSpPr>
              <p:cNvPr id="667" name="Google Shape;667;p19"/>
              <p:cNvGrpSpPr/>
              <p:nvPr/>
            </p:nvGrpSpPr>
            <p:grpSpPr>
              <a:xfrm>
                <a:off x="5380497" y="383100"/>
                <a:ext cx="187974" cy="130800"/>
                <a:chOff x="4804925" y="764100"/>
                <a:chExt cx="187974" cy="130800"/>
              </a:xfrm>
            </p:grpSpPr>
            <p:sp>
              <p:nvSpPr>
                <p:cNvPr id="668" name="Google Shape;668;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69" name="Google Shape;669;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670" name="Google Shape;670;p19"/>
              <p:cNvGrpSpPr/>
              <p:nvPr/>
            </p:nvGrpSpPr>
            <p:grpSpPr>
              <a:xfrm>
                <a:off x="5382151" y="822110"/>
                <a:ext cx="187974" cy="130800"/>
                <a:chOff x="4804925" y="764100"/>
                <a:chExt cx="187974" cy="130800"/>
              </a:xfrm>
            </p:grpSpPr>
            <p:sp>
              <p:nvSpPr>
                <p:cNvPr id="671" name="Google Shape;671;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72" name="Google Shape;672;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673" name="Google Shape;673;p19"/>
              <p:cNvGrpSpPr/>
              <p:nvPr/>
            </p:nvGrpSpPr>
            <p:grpSpPr>
              <a:xfrm>
                <a:off x="5382151" y="1233968"/>
                <a:ext cx="187974" cy="130800"/>
                <a:chOff x="4804925" y="764100"/>
                <a:chExt cx="187974" cy="130800"/>
              </a:xfrm>
            </p:grpSpPr>
            <p:sp>
              <p:nvSpPr>
                <p:cNvPr id="674" name="Google Shape;674;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75" name="Google Shape;675;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676" name="Google Shape;676;p19"/>
            <p:cNvGrpSpPr/>
            <p:nvPr/>
          </p:nvGrpSpPr>
          <p:grpSpPr>
            <a:xfrm>
              <a:off x="5380497" y="1678500"/>
              <a:ext cx="189628" cy="981668"/>
              <a:chOff x="5380497" y="383100"/>
              <a:chExt cx="189628" cy="981668"/>
            </a:xfrm>
          </p:grpSpPr>
          <p:grpSp>
            <p:nvGrpSpPr>
              <p:cNvPr id="677" name="Google Shape;677;p19"/>
              <p:cNvGrpSpPr/>
              <p:nvPr/>
            </p:nvGrpSpPr>
            <p:grpSpPr>
              <a:xfrm>
                <a:off x="5380497" y="383100"/>
                <a:ext cx="187974" cy="130800"/>
                <a:chOff x="4804925" y="764100"/>
                <a:chExt cx="187974" cy="130800"/>
              </a:xfrm>
            </p:grpSpPr>
            <p:sp>
              <p:nvSpPr>
                <p:cNvPr id="678" name="Google Shape;678;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79" name="Google Shape;679;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680" name="Google Shape;680;p19"/>
              <p:cNvGrpSpPr/>
              <p:nvPr/>
            </p:nvGrpSpPr>
            <p:grpSpPr>
              <a:xfrm>
                <a:off x="5382151" y="822110"/>
                <a:ext cx="187974" cy="130800"/>
                <a:chOff x="4804925" y="764100"/>
                <a:chExt cx="187974" cy="130800"/>
              </a:xfrm>
            </p:grpSpPr>
            <p:sp>
              <p:nvSpPr>
                <p:cNvPr id="681" name="Google Shape;681;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82" name="Google Shape;682;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683" name="Google Shape;683;p19"/>
              <p:cNvGrpSpPr/>
              <p:nvPr/>
            </p:nvGrpSpPr>
            <p:grpSpPr>
              <a:xfrm>
                <a:off x="5382151" y="1233968"/>
                <a:ext cx="187974" cy="130800"/>
                <a:chOff x="4804925" y="764100"/>
                <a:chExt cx="187974" cy="130800"/>
              </a:xfrm>
            </p:grpSpPr>
            <p:sp>
              <p:nvSpPr>
                <p:cNvPr id="684" name="Google Shape;684;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85" name="Google Shape;685;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686" name="Google Shape;686;p19"/>
            <p:cNvGrpSpPr/>
            <p:nvPr/>
          </p:nvGrpSpPr>
          <p:grpSpPr>
            <a:xfrm>
              <a:off x="5380497" y="2973900"/>
              <a:ext cx="189628" cy="981668"/>
              <a:chOff x="5380497" y="383100"/>
              <a:chExt cx="189628" cy="981668"/>
            </a:xfrm>
          </p:grpSpPr>
          <p:grpSp>
            <p:nvGrpSpPr>
              <p:cNvPr id="687" name="Google Shape;687;p19"/>
              <p:cNvGrpSpPr/>
              <p:nvPr/>
            </p:nvGrpSpPr>
            <p:grpSpPr>
              <a:xfrm>
                <a:off x="5380497" y="383100"/>
                <a:ext cx="187974" cy="130800"/>
                <a:chOff x="4804925" y="764100"/>
                <a:chExt cx="187974" cy="130800"/>
              </a:xfrm>
            </p:grpSpPr>
            <p:sp>
              <p:nvSpPr>
                <p:cNvPr id="688" name="Google Shape;688;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89" name="Google Shape;689;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690" name="Google Shape;690;p19"/>
              <p:cNvGrpSpPr/>
              <p:nvPr/>
            </p:nvGrpSpPr>
            <p:grpSpPr>
              <a:xfrm>
                <a:off x="5382151" y="822110"/>
                <a:ext cx="187974" cy="130800"/>
                <a:chOff x="4804925" y="764100"/>
                <a:chExt cx="187974" cy="130800"/>
              </a:xfrm>
            </p:grpSpPr>
            <p:sp>
              <p:nvSpPr>
                <p:cNvPr id="691" name="Google Shape;691;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92" name="Google Shape;692;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693" name="Google Shape;693;p19"/>
              <p:cNvGrpSpPr/>
              <p:nvPr/>
            </p:nvGrpSpPr>
            <p:grpSpPr>
              <a:xfrm>
                <a:off x="5382151" y="1233968"/>
                <a:ext cx="187974" cy="130800"/>
                <a:chOff x="4804925" y="764100"/>
                <a:chExt cx="187974" cy="130800"/>
              </a:xfrm>
            </p:grpSpPr>
            <p:sp>
              <p:nvSpPr>
                <p:cNvPr id="694" name="Google Shape;694;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95" name="Google Shape;695;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696" name="Google Shape;696;p19"/>
            <p:cNvGrpSpPr/>
            <p:nvPr/>
          </p:nvGrpSpPr>
          <p:grpSpPr>
            <a:xfrm>
              <a:off x="5380497" y="4269300"/>
              <a:ext cx="189628" cy="569810"/>
              <a:chOff x="5380497" y="383100"/>
              <a:chExt cx="189628" cy="569810"/>
            </a:xfrm>
          </p:grpSpPr>
          <p:grpSp>
            <p:nvGrpSpPr>
              <p:cNvPr id="697" name="Google Shape;697;p19"/>
              <p:cNvGrpSpPr/>
              <p:nvPr/>
            </p:nvGrpSpPr>
            <p:grpSpPr>
              <a:xfrm>
                <a:off x="5380497" y="383100"/>
                <a:ext cx="187974" cy="130800"/>
                <a:chOff x="4804925" y="764100"/>
                <a:chExt cx="187974" cy="130800"/>
              </a:xfrm>
            </p:grpSpPr>
            <p:sp>
              <p:nvSpPr>
                <p:cNvPr id="698" name="Google Shape;698;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699" name="Google Shape;699;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700" name="Google Shape;700;p19"/>
              <p:cNvGrpSpPr/>
              <p:nvPr/>
            </p:nvGrpSpPr>
            <p:grpSpPr>
              <a:xfrm>
                <a:off x="5382151" y="822110"/>
                <a:ext cx="187974" cy="130800"/>
                <a:chOff x="4804925" y="764100"/>
                <a:chExt cx="187974" cy="130800"/>
              </a:xfrm>
            </p:grpSpPr>
            <p:sp>
              <p:nvSpPr>
                <p:cNvPr id="701" name="Google Shape;701;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02" name="Google Shape;702;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grpSp>
        <p:nvGrpSpPr>
          <p:cNvPr id="703" name="Google Shape;703;p19"/>
          <p:cNvGrpSpPr/>
          <p:nvPr/>
        </p:nvGrpSpPr>
        <p:grpSpPr>
          <a:xfrm rot="5400000">
            <a:off x="3292843" y="-815956"/>
            <a:ext cx="184470" cy="1814476"/>
            <a:chOff x="5380497" y="383100"/>
            <a:chExt cx="189628" cy="1865210"/>
          </a:xfrm>
        </p:grpSpPr>
        <p:grpSp>
          <p:nvGrpSpPr>
            <p:cNvPr id="704" name="Google Shape;704;p19"/>
            <p:cNvGrpSpPr/>
            <p:nvPr/>
          </p:nvGrpSpPr>
          <p:grpSpPr>
            <a:xfrm>
              <a:off x="5380497" y="383100"/>
              <a:ext cx="189628" cy="981668"/>
              <a:chOff x="5380497" y="383100"/>
              <a:chExt cx="189628" cy="981668"/>
            </a:xfrm>
          </p:grpSpPr>
          <p:grpSp>
            <p:nvGrpSpPr>
              <p:cNvPr id="705" name="Google Shape;705;p19"/>
              <p:cNvGrpSpPr/>
              <p:nvPr/>
            </p:nvGrpSpPr>
            <p:grpSpPr>
              <a:xfrm>
                <a:off x="5380497" y="383100"/>
                <a:ext cx="187974" cy="130800"/>
                <a:chOff x="4804925" y="764100"/>
                <a:chExt cx="187974" cy="130800"/>
              </a:xfrm>
            </p:grpSpPr>
            <p:sp>
              <p:nvSpPr>
                <p:cNvPr id="706" name="Google Shape;706;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07" name="Google Shape;707;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708" name="Google Shape;708;p19"/>
              <p:cNvGrpSpPr/>
              <p:nvPr/>
            </p:nvGrpSpPr>
            <p:grpSpPr>
              <a:xfrm>
                <a:off x="5382151" y="822110"/>
                <a:ext cx="187974" cy="130800"/>
                <a:chOff x="4804925" y="764100"/>
                <a:chExt cx="187974" cy="130800"/>
              </a:xfrm>
            </p:grpSpPr>
            <p:sp>
              <p:nvSpPr>
                <p:cNvPr id="709" name="Google Shape;709;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10" name="Google Shape;710;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711" name="Google Shape;711;p19"/>
              <p:cNvGrpSpPr/>
              <p:nvPr/>
            </p:nvGrpSpPr>
            <p:grpSpPr>
              <a:xfrm>
                <a:off x="5382151" y="1233968"/>
                <a:ext cx="187974" cy="130800"/>
                <a:chOff x="4804925" y="764100"/>
                <a:chExt cx="187974" cy="130800"/>
              </a:xfrm>
            </p:grpSpPr>
            <p:sp>
              <p:nvSpPr>
                <p:cNvPr id="712" name="Google Shape;712;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13" name="Google Shape;713;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714" name="Google Shape;714;p19"/>
            <p:cNvGrpSpPr/>
            <p:nvPr/>
          </p:nvGrpSpPr>
          <p:grpSpPr>
            <a:xfrm>
              <a:off x="5380497" y="1678500"/>
              <a:ext cx="189628" cy="569810"/>
              <a:chOff x="5380497" y="383100"/>
              <a:chExt cx="189628" cy="569810"/>
            </a:xfrm>
          </p:grpSpPr>
          <p:grpSp>
            <p:nvGrpSpPr>
              <p:cNvPr id="715" name="Google Shape;715;p19"/>
              <p:cNvGrpSpPr/>
              <p:nvPr/>
            </p:nvGrpSpPr>
            <p:grpSpPr>
              <a:xfrm>
                <a:off x="5380497" y="383100"/>
                <a:ext cx="187974" cy="130800"/>
                <a:chOff x="4804925" y="764100"/>
                <a:chExt cx="187974" cy="130800"/>
              </a:xfrm>
            </p:grpSpPr>
            <p:sp>
              <p:nvSpPr>
                <p:cNvPr id="716" name="Google Shape;716;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17" name="Google Shape;717;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718" name="Google Shape;718;p19"/>
              <p:cNvGrpSpPr/>
              <p:nvPr/>
            </p:nvGrpSpPr>
            <p:grpSpPr>
              <a:xfrm>
                <a:off x="5382151" y="822110"/>
                <a:ext cx="187974" cy="130800"/>
                <a:chOff x="4804925" y="764100"/>
                <a:chExt cx="187974" cy="130800"/>
              </a:xfrm>
            </p:grpSpPr>
            <p:sp>
              <p:nvSpPr>
                <p:cNvPr id="719" name="Google Shape;719;p19"/>
                <p:cNvSpPr/>
                <p:nvPr/>
              </p:nvSpPr>
              <p:spPr>
                <a:xfrm>
                  <a:off x="4856699" y="764100"/>
                  <a:ext cx="136200" cy="130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20" name="Google Shape;720;p19"/>
                <p:cNvSpPr/>
                <p:nvPr/>
              </p:nvSpPr>
              <p:spPr>
                <a:xfrm>
                  <a:off x="4804925" y="811200"/>
                  <a:ext cx="61800" cy="366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sp>
        <p:nvSpPr>
          <p:cNvPr id="721" name="Google Shape;721;p19"/>
          <p:cNvSpPr txBox="1">
            <a:spLocks noGrp="1"/>
          </p:cNvSpPr>
          <p:nvPr>
            <p:ph type="title"/>
          </p:nvPr>
        </p:nvSpPr>
        <p:spPr>
          <a:xfrm>
            <a:off x="423975" y="3065225"/>
            <a:ext cx="1758900" cy="18471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0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cxnSp>
        <p:nvCxnSpPr>
          <p:cNvPr id="722" name="Google Shape;722;p19"/>
          <p:cNvCxnSpPr/>
          <p:nvPr/>
        </p:nvCxnSpPr>
        <p:spPr>
          <a:xfrm>
            <a:off x="249750" y="-22275"/>
            <a:ext cx="0" cy="5177400"/>
          </a:xfrm>
          <a:prstGeom prst="straightConnector1">
            <a:avLst/>
          </a:prstGeom>
          <a:noFill/>
          <a:ln w="9525" cap="flat" cmpd="sng">
            <a:solidFill>
              <a:schemeClr val="accent5"/>
            </a:solidFill>
            <a:prstDash val="solid"/>
            <a:round/>
            <a:headEnd type="none" w="sm" len="sm"/>
            <a:tailEnd type="none" w="sm" len="sm"/>
          </a:ln>
        </p:spPr>
      </p:cxnSp>
      <p:cxnSp>
        <p:nvCxnSpPr>
          <p:cNvPr id="723" name="Google Shape;723;p19"/>
          <p:cNvCxnSpPr/>
          <p:nvPr/>
        </p:nvCxnSpPr>
        <p:spPr>
          <a:xfrm>
            <a:off x="177000" y="-14750"/>
            <a:ext cx="0" cy="5158200"/>
          </a:xfrm>
          <a:prstGeom prst="straightConnector1">
            <a:avLst/>
          </a:prstGeom>
          <a:noFill/>
          <a:ln w="9525" cap="flat" cmpd="sng">
            <a:solidFill>
              <a:schemeClr val="accent5"/>
            </a:solidFill>
            <a:prstDash val="solid"/>
            <a:round/>
            <a:headEnd type="none" w="sm" len="sm"/>
            <a:tailEnd type="none" w="sm" len="sm"/>
          </a:ln>
        </p:spPr>
      </p:cxnSp>
      <p:sp>
        <p:nvSpPr>
          <p:cNvPr id="724" name="Google Shape;724;p19"/>
          <p:cNvSpPr txBox="1">
            <a:spLocks noGrp="1"/>
          </p:cNvSpPr>
          <p:nvPr>
            <p:ph type="title" idx="2"/>
          </p:nvPr>
        </p:nvSpPr>
        <p:spPr>
          <a:xfrm>
            <a:off x="2802725" y="492300"/>
            <a:ext cx="2465700" cy="4770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1"/>
              </a:buClr>
              <a:buSzPts val="1800"/>
              <a:buNone/>
              <a:defRPr sz="1800" b="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a:endParaRPr/>
          </a:p>
        </p:txBody>
      </p:sp>
      <p:sp>
        <p:nvSpPr>
          <p:cNvPr id="725" name="Google Shape;725;p19"/>
          <p:cNvSpPr txBox="1">
            <a:spLocks noGrp="1"/>
          </p:cNvSpPr>
          <p:nvPr>
            <p:ph type="body" idx="3"/>
          </p:nvPr>
        </p:nvSpPr>
        <p:spPr>
          <a:xfrm>
            <a:off x="6214525" y="1001400"/>
            <a:ext cx="2465700" cy="1346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292100">
              <a:spcBef>
                <a:spcPts val="800"/>
              </a:spcBef>
              <a:spcAft>
                <a:spcPts val="0"/>
              </a:spcAft>
              <a:buSzPts val="1000"/>
              <a:buChar char="○"/>
              <a:defRPr sz="1000"/>
            </a:lvl2pPr>
            <a:lvl3pPr marL="1371600" lvl="2" indent="-292100">
              <a:spcBef>
                <a:spcPts val="800"/>
              </a:spcBef>
              <a:spcAft>
                <a:spcPts val="0"/>
              </a:spcAft>
              <a:buSzPts val="1000"/>
              <a:buChar char="■"/>
              <a:defRPr sz="1000"/>
            </a:lvl3pPr>
            <a:lvl4pPr marL="1828800" lvl="3" indent="-292100">
              <a:spcBef>
                <a:spcPts val="800"/>
              </a:spcBef>
              <a:spcAft>
                <a:spcPts val="0"/>
              </a:spcAft>
              <a:buSzPts val="1000"/>
              <a:buChar char="●"/>
              <a:defRPr sz="1000"/>
            </a:lvl4pPr>
            <a:lvl5pPr marL="2286000" lvl="4" indent="-292100">
              <a:spcBef>
                <a:spcPts val="800"/>
              </a:spcBef>
              <a:spcAft>
                <a:spcPts val="0"/>
              </a:spcAft>
              <a:buSzPts val="1000"/>
              <a:buChar char="○"/>
              <a:defRPr sz="1000"/>
            </a:lvl5pPr>
            <a:lvl6pPr marL="2743200" lvl="5" indent="-292100">
              <a:spcBef>
                <a:spcPts val="800"/>
              </a:spcBef>
              <a:spcAft>
                <a:spcPts val="0"/>
              </a:spcAft>
              <a:buSzPts val="1000"/>
              <a:buChar char="■"/>
              <a:defRPr sz="1000"/>
            </a:lvl6pPr>
            <a:lvl7pPr marL="3200400" lvl="6" indent="-292100">
              <a:spcBef>
                <a:spcPts val="800"/>
              </a:spcBef>
              <a:spcAft>
                <a:spcPts val="0"/>
              </a:spcAft>
              <a:buSzPts val="1000"/>
              <a:buChar char="●"/>
              <a:defRPr sz="1000"/>
            </a:lvl7pPr>
            <a:lvl8pPr marL="3657600" lvl="7" indent="-292100">
              <a:spcBef>
                <a:spcPts val="800"/>
              </a:spcBef>
              <a:spcAft>
                <a:spcPts val="0"/>
              </a:spcAft>
              <a:buSzPts val="1000"/>
              <a:buChar char="○"/>
              <a:defRPr sz="1000"/>
            </a:lvl8pPr>
            <a:lvl9pPr marL="4114800" lvl="8" indent="-292100">
              <a:spcBef>
                <a:spcPts val="800"/>
              </a:spcBef>
              <a:spcAft>
                <a:spcPts val="800"/>
              </a:spcAft>
              <a:buSzPts val="1000"/>
              <a:buChar char="■"/>
              <a:defRPr sz="1000"/>
            </a:lvl9pPr>
          </a:lstStyle>
          <a:p>
            <a:endParaRPr/>
          </a:p>
        </p:txBody>
      </p:sp>
      <p:sp>
        <p:nvSpPr>
          <p:cNvPr id="726" name="Google Shape;726;p19"/>
          <p:cNvSpPr txBox="1">
            <a:spLocks noGrp="1"/>
          </p:cNvSpPr>
          <p:nvPr>
            <p:ph type="title" idx="4"/>
          </p:nvPr>
        </p:nvSpPr>
        <p:spPr>
          <a:xfrm>
            <a:off x="6214750" y="492300"/>
            <a:ext cx="2465700" cy="4770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1"/>
              </a:buClr>
              <a:buSzPts val="1800"/>
              <a:buNone/>
              <a:defRPr sz="1800" b="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a:endParaRPr/>
          </a:p>
        </p:txBody>
      </p:sp>
      <p:sp>
        <p:nvSpPr>
          <p:cNvPr id="727" name="Google Shape;727;p19"/>
          <p:cNvSpPr txBox="1">
            <a:spLocks noGrp="1"/>
          </p:cNvSpPr>
          <p:nvPr>
            <p:ph type="body" idx="5"/>
          </p:nvPr>
        </p:nvSpPr>
        <p:spPr>
          <a:xfrm>
            <a:off x="2802500" y="3442350"/>
            <a:ext cx="2465700" cy="1346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292100">
              <a:spcBef>
                <a:spcPts val="800"/>
              </a:spcBef>
              <a:spcAft>
                <a:spcPts val="0"/>
              </a:spcAft>
              <a:buSzPts val="1000"/>
              <a:buChar char="○"/>
              <a:defRPr sz="1000"/>
            </a:lvl2pPr>
            <a:lvl3pPr marL="1371600" lvl="2" indent="-292100">
              <a:spcBef>
                <a:spcPts val="800"/>
              </a:spcBef>
              <a:spcAft>
                <a:spcPts val="0"/>
              </a:spcAft>
              <a:buSzPts val="1000"/>
              <a:buChar char="■"/>
              <a:defRPr sz="1000"/>
            </a:lvl3pPr>
            <a:lvl4pPr marL="1828800" lvl="3" indent="-292100">
              <a:spcBef>
                <a:spcPts val="800"/>
              </a:spcBef>
              <a:spcAft>
                <a:spcPts val="0"/>
              </a:spcAft>
              <a:buSzPts val="1000"/>
              <a:buChar char="●"/>
              <a:defRPr sz="1000"/>
            </a:lvl4pPr>
            <a:lvl5pPr marL="2286000" lvl="4" indent="-292100">
              <a:spcBef>
                <a:spcPts val="800"/>
              </a:spcBef>
              <a:spcAft>
                <a:spcPts val="0"/>
              </a:spcAft>
              <a:buSzPts val="1000"/>
              <a:buChar char="○"/>
              <a:defRPr sz="1000"/>
            </a:lvl5pPr>
            <a:lvl6pPr marL="2743200" lvl="5" indent="-292100">
              <a:spcBef>
                <a:spcPts val="800"/>
              </a:spcBef>
              <a:spcAft>
                <a:spcPts val="0"/>
              </a:spcAft>
              <a:buSzPts val="1000"/>
              <a:buChar char="■"/>
              <a:defRPr sz="1000"/>
            </a:lvl6pPr>
            <a:lvl7pPr marL="3200400" lvl="6" indent="-292100">
              <a:spcBef>
                <a:spcPts val="800"/>
              </a:spcBef>
              <a:spcAft>
                <a:spcPts val="0"/>
              </a:spcAft>
              <a:buSzPts val="1000"/>
              <a:buChar char="●"/>
              <a:defRPr sz="1000"/>
            </a:lvl7pPr>
            <a:lvl8pPr marL="3657600" lvl="7" indent="-292100">
              <a:spcBef>
                <a:spcPts val="800"/>
              </a:spcBef>
              <a:spcAft>
                <a:spcPts val="0"/>
              </a:spcAft>
              <a:buSzPts val="1000"/>
              <a:buChar char="○"/>
              <a:defRPr sz="1000"/>
            </a:lvl8pPr>
            <a:lvl9pPr marL="4114800" lvl="8" indent="-292100">
              <a:spcBef>
                <a:spcPts val="800"/>
              </a:spcBef>
              <a:spcAft>
                <a:spcPts val="800"/>
              </a:spcAft>
              <a:buSzPts val="1000"/>
              <a:buChar char="■"/>
              <a:defRPr sz="1000"/>
            </a:lvl9pPr>
          </a:lstStyle>
          <a:p>
            <a:endParaRPr/>
          </a:p>
        </p:txBody>
      </p:sp>
      <p:sp>
        <p:nvSpPr>
          <p:cNvPr id="728" name="Google Shape;728;p19"/>
          <p:cNvSpPr txBox="1">
            <a:spLocks noGrp="1"/>
          </p:cNvSpPr>
          <p:nvPr>
            <p:ph type="title" idx="6"/>
          </p:nvPr>
        </p:nvSpPr>
        <p:spPr>
          <a:xfrm>
            <a:off x="2802725" y="2933250"/>
            <a:ext cx="2465700" cy="4770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1"/>
              </a:buClr>
              <a:buSzPts val="1800"/>
              <a:buNone/>
              <a:defRPr sz="1800" b="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a:endParaRPr/>
          </a:p>
        </p:txBody>
      </p:sp>
      <p:sp>
        <p:nvSpPr>
          <p:cNvPr id="729" name="Google Shape;729;p19"/>
          <p:cNvSpPr txBox="1">
            <a:spLocks noGrp="1"/>
          </p:cNvSpPr>
          <p:nvPr>
            <p:ph type="body" idx="7"/>
          </p:nvPr>
        </p:nvSpPr>
        <p:spPr>
          <a:xfrm>
            <a:off x="6214525" y="3442350"/>
            <a:ext cx="2465700" cy="1346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292100">
              <a:spcBef>
                <a:spcPts val="800"/>
              </a:spcBef>
              <a:spcAft>
                <a:spcPts val="0"/>
              </a:spcAft>
              <a:buSzPts val="1000"/>
              <a:buChar char="○"/>
              <a:defRPr sz="1000"/>
            </a:lvl2pPr>
            <a:lvl3pPr marL="1371600" lvl="2" indent="-292100">
              <a:spcBef>
                <a:spcPts val="800"/>
              </a:spcBef>
              <a:spcAft>
                <a:spcPts val="0"/>
              </a:spcAft>
              <a:buSzPts val="1000"/>
              <a:buChar char="■"/>
              <a:defRPr sz="1000"/>
            </a:lvl3pPr>
            <a:lvl4pPr marL="1828800" lvl="3" indent="-292100">
              <a:spcBef>
                <a:spcPts val="800"/>
              </a:spcBef>
              <a:spcAft>
                <a:spcPts val="0"/>
              </a:spcAft>
              <a:buSzPts val="1000"/>
              <a:buChar char="●"/>
              <a:defRPr sz="1000"/>
            </a:lvl4pPr>
            <a:lvl5pPr marL="2286000" lvl="4" indent="-292100">
              <a:spcBef>
                <a:spcPts val="800"/>
              </a:spcBef>
              <a:spcAft>
                <a:spcPts val="0"/>
              </a:spcAft>
              <a:buSzPts val="1000"/>
              <a:buChar char="○"/>
              <a:defRPr sz="1000"/>
            </a:lvl5pPr>
            <a:lvl6pPr marL="2743200" lvl="5" indent="-292100">
              <a:spcBef>
                <a:spcPts val="800"/>
              </a:spcBef>
              <a:spcAft>
                <a:spcPts val="0"/>
              </a:spcAft>
              <a:buSzPts val="1000"/>
              <a:buChar char="■"/>
              <a:defRPr sz="1000"/>
            </a:lvl6pPr>
            <a:lvl7pPr marL="3200400" lvl="6" indent="-292100">
              <a:spcBef>
                <a:spcPts val="800"/>
              </a:spcBef>
              <a:spcAft>
                <a:spcPts val="0"/>
              </a:spcAft>
              <a:buSzPts val="1000"/>
              <a:buChar char="●"/>
              <a:defRPr sz="1000"/>
            </a:lvl7pPr>
            <a:lvl8pPr marL="3657600" lvl="7" indent="-292100">
              <a:spcBef>
                <a:spcPts val="800"/>
              </a:spcBef>
              <a:spcAft>
                <a:spcPts val="0"/>
              </a:spcAft>
              <a:buSzPts val="1000"/>
              <a:buChar char="○"/>
              <a:defRPr sz="1000"/>
            </a:lvl8pPr>
            <a:lvl9pPr marL="4114800" lvl="8" indent="-292100">
              <a:spcBef>
                <a:spcPts val="800"/>
              </a:spcBef>
              <a:spcAft>
                <a:spcPts val="800"/>
              </a:spcAft>
              <a:buSzPts val="1000"/>
              <a:buChar char="■"/>
              <a:defRPr sz="1000"/>
            </a:lvl9pPr>
          </a:lstStyle>
          <a:p>
            <a:endParaRPr/>
          </a:p>
        </p:txBody>
      </p:sp>
      <p:sp>
        <p:nvSpPr>
          <p:cNvPr id="730" name="Google Shape;730;p19"/>
          <p:cNvSpPr txBox="1">
            <a:spLocks noGrp="1"/>
          </p:cNvSpPr>
          <p:nvPr>
            <p:ph type="title" idx="8"/>
          </p:nvPr>
        </p:nvSpPr>
        <p:spPr>
          <a:xfrm>
            <a:off x="6214750" y="2933250"/>
            <a:ext cx="2465700" cy="4770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1"/>
              </a:buClr>
              <a:buSzPts val="1800"/>
              <a:buNone/>
              <a:defRPr sz="1800" b="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pen Agenda 1">
  <p:cSld name="BLANK_1_1_1_1_1_1_1_1_1_3">
    <p:bg>
      <p:bgPr>
        <a:solidFill>
          <a:schemeClr val="lt1"/>
        </a:solidFill>
        <a:effectLst/>
      </p:bgPr>
    </p:bg>
    <p:spTree>
      <p:nvGrpSpPr>
        <p:cNvPr id="1" name="Shape 731"/>
        <p:cNvGrpSpPr/>
        <p:nvPr/>
      </p:nvGrpSpPr>
      <p:grpSpPr>
        <a:xfrm>
          <a:off x="0" y="0"/>
          <a:ext cx="0" cy="0"/>
          <a:chOff x="0" y="0"/>
          <a:chExt cx="0" cy="0"/>
        </a:xfrm>
      </p:grpSpPr>
      <p:sp>
        <p:nvSpPr>
          <p:cNvPr id="732" name="Google Shape;732;p20"/>
          <p:cNvSpPr/>
          <p:nvPr/>
        </p:nvSpPr>
        <p:spPr>
          <a:xfrm>
            <a:off x="995475" y="201175"/>
            <a:ext cx="7341600" cy="4557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33" name="Google Shape;733;p20"/>
          <p:cNvSpPr/>
          <p:nvPr/>
        </p:nvSpPr>
        <p:spPr>
          <a:xfrm>
            <a:off x="1128250" y="276575"/>
            <a:ext cx="7108800" cy="45177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34" name="Google Shape;734;p20"/>
          <p:cNvSpPr/>
          <p:nvPr/>
        </p:nvSpPr>
        <p:spPr>
          <a:xfrm>
            <a:off x="4407875" y="312925"/>
            <a:ext cx="3729600" cy="4517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35" name="Google Shape;735;p20"/>
          <p:cNvSpPr/>
          <p:nvPr/>
        </p:nvSpPr>
        <p:spPr>
          <a:xfrm>
            <a:off x="1217200" y="312875"/>
            <a:ext cx="3165000" cy="4517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nvGrpSpPr>
          <p:cNvPr id="736" name="Google Shape;736;p20"/>
          <p:cNvGrpSpPr/>
          <p:nvPr/>
        </p:nvGrpSpPr>
        <p:grpSpPr>
          <a:xfrm>
            <a:off x="1211779" y="312875"/>
            <a:ext cx="3165000" cy="4517700"/>
            <a:chOff x="1211779" y="312875"/>
            <a:chExt cx="3165000" cy="4517700"/>
          </a:xfrm>
        </p:grpSpPr>
        <p:cxnSp>
          <p:nvCxnSpPr>
            <p:cNvPr id="737" name="Google Shape;737;p20"/>
            <p:cNvCxnSpPr/>
            <p:nvPr/>
          </p:nvCxnSpPr>
          <p:spPr>
            <a:xfrm>
              <a:off x="3624778" y="312875"/>
              <a:ext cx="0" cy="4517700"/>
            </a:xfrm>
            <a:prstGeom prst="straightConnector1">
              <a:avLst/>
            </a:prstGeom>
            <a:noFill/>
            <a:ln w="9525" cap="flat" cmpd="sng">
              <a:solidFill>
                <a:schemeClr val="accent5"/>
              </a:solidFill>
              <a:prstDash val="solid"/>
              <a:round/>
              <a:headEnd type="none" w="sm" len="sm"/>
              <a:tailEnd type="none" w="sm" len="sm"/>
            </a:ln>
          </p:spPr>
        </p:cxnSp>
        <p:cxnSp>
          <p:nvCxnSpPr>
            <p:cNvPr id="738" name="Google Shape;738;p20"/>
            <p:cNvCxnSpPr/>
            <p:nvPr/>
          </p:nvCxnSpPr>
          <p:spPr>
            <a:xfrm>
              <a:off x="4031178" y="312875"/>
              <a:ext cx="0" cy="4517700"/>
            </a:xfrm>
            <a:prstGeom prst="straightConnector1">
              <a:avLst/>
            </a:prstGeom>
            <a:noFill/>
            <a:ln w="9525" cap="flat" cmpd="sng">
              <a:solidFill>
                <a:schemeClr val="accent5"/>
              </a:solidFill>
              <a:prstDash val="solid"/>
              <a:round/>
              <a:headEnd type="none" w="sm" len="sm"/>
              <a:tailEnd type="none" w="sm" len="sm"/>
            </a:ln>
          </p:spPr>
        </p:cxnSp>
        <p:grpSp>
          <p:nvGrpSpPr>
            <p:cNvPr id="739" name="Google Shape;739;p20"/>
            <p:cNvGrpSpPr/>
            <p:nvPr/>
          </p:nvGrpSpPr>
          <p:grpSpPr>
            <a:xfrm>
              <a:off x="1211779" y="312875"/>
              <a:ext cx="3165000" cy="4517700"/>
              <a:chOff x="462650" y="259175"/>
              <a:chExt cx="3165000" cy="4517700"/>
            </a:xfrm>
          </p:grpSpPr>
          <p:cxnSp>
            <p:nvCxnSpPr>
              <p:cNvPr id="740" name="Google Shape;740;p20"/>
              <p:cNvCxnSpPr/>
              <p:nvPr/>
            </p:nvCxnSpPr>
            <p:spPr>
              <a:xfrm>
                <a:off x="843650" y="259175"/>
                <a:ext cx="0" cy="4517700"/>
              </a:xfrm>
              <a:prstGeom prst="straightConnector1">
                <a:avLst/>
              </a:prstGeom>
              <a:noFill/>
              <a:ln w="9525" cap="flat" cmpd="sng">
                <a:solidFill>
                  <a:schemeClr val="accent5"/>
                </a:solidFill>
                <a:prstDash val="solid"/>
                <a:round/>
                <a:headEnd type="none" w="sm" len="sm"/>
                <a:tailEnd type="none" w="sm" len="sm"/>
              </a:ln>
            </p:spPr>
          </p:cxnSp>
          <p:cxnSp>
            <p:nvCxnSpPr>
              <p:cNvPr id="741" name="Google Shape;741;p20"/>
              <p:cNvCxnSpPr/>
              <p:nvPr/>
            </p:nvCxnSpPr>
            <p:spPr>
              <a:xfrm>
                <a:off x="1250050" y="259175"/>
                <a:ext cx="0" cy="4517700"/>
              </a:xfrm>
              <a:prstGeom prst="straightConnector1">
                <a:avLst/>
              </a:prstGeom>
              <a:noFill/>
              <a:ln w="9525" cap="flat" cmpd="sng">
                <a:solidFill>
                  <a:schemeClr val="accent5"/>
                </a:solidFill>
                <a:prstDash val="solid"/>
                <a:round/>
                <a:headEnd type="none" w="sm" len="sm"/>
                <a:tailEnd type="none" w="sm" len="sm"/>
              </a:ln>
            </p:spPr>
          </p:cxnSp>
          <p:cxnSp>
            <p:nvCxnSpPr>
              <p:cNvPr id="742" name="Google Shape;742;p20"/>
              <p:cNvCxnSpPr/>
              <p:nvPr/>
            </p:nvCxnSpPr>
            <p:spPr>
              <a:xfrm>
                <a:off x="1656450" y="259175"/>
                <a:ext cx="0" cy="4517700"/>
              </a:xfrm>
              <a:prstGeom prst="straightConnector1">
                <a:avLst/>
              </a:prstGeom>
              <a:noFill/>
              <a:ln w="9525" cap="flat" cmpd="sng">
                <a:solidFill>
                  <a:schemeClr val="accent5"/>
                </a:solidFill>
                <a:prstDash val="solid"/>
                <a:round/>
                <a:headEnd type="none" w="sm" len="sm"/>
                <a:tailEnd type="none" w="sm" len="sm"/>
              </a:ln>
            </p:spPr>
          </p:cxnSp>
          <p:cxnSp>
            <p:nvCxnSpPr>
              <p:cNvPr id="743" name="Google Shape;743;p20"/>
              <p:cNvCxnSpPr/>
              <p:nvPr/>
            </p:nvCxnSpPr>
            <p:spPr>
              <a:xfrm>
                <a:off x="2062850" y="259175"/>
                <a:ext cx="0" cy="4517700"/>
              </a:xfrm>
              <a:prstGeom prst="straightConnector1">
                <a:avLst/>
              </a:prstGeom>
              <a:noFill/>
              <a:ln w="9525" cap="flat" cmpd="sng">
                <a:solidFill>
                  <a:schemeClr val="accent5"/>
                </a:solidFill>
                <a:prstDash val="solid"/>
                <a:round/>
                <a:headEnd type="none" w="sm" len="sm"/>
                <a:tailEnd type="none" w="sm" len="sm"/>
              </a:ln>
            </p:spPr>
          </p:cxnSp>
          <p:cxnSp>
            <p:nvCxnSpPr>
              <p:cNvPr id="744" name="Google Shape;744;p20"/>
              <p:cNvCxnSpPr/>
              <p:nvPr/>
            </p:nvCxnSpPr>
            <p:spPr>
              <a:xfrm>
                <a:off x="2469250" y="259175"/>
                <a:ext cx="0" cy="4517700"/>
              </a:xfrm>
              <a:prstGeom prst="straightConnector1">
                <a:avLst/>
              </a:prstGeom>
              <a:noFill/>
              <a:ln w="9525" cap="flat" cmpd="sng">
                <a:solidFill>
                  <a:schemeClr val="accent5"/>
                </a:solidFill>
                <a:prstDash val="solid"/>
                <a:round/>
                <a:headEnd type="none" w="sm" len="sm"/>
                <a:tailEnd type="none" w="sm" len="sm"/>
              </a:ln>
            </p:spPr>
          </p:cxnSp>
          <p:cxnSp>
            <p:nvCxnSpPr>
              <p:cNvPr id="745" name="Google Shape;745;p20"/>
              <p:cNvCxnSpPr/>
              <p:nvPr/>
            </p:nvCxnSpPr>
            <p:spPr>
              <a:xfrm>
                <a:off x="462650" y="674900"/>
                <a:ext cx="3165000" cy="0"/>
              </a:xfrm>
              <a:prstGeom prst="straightConnector1">
                <a:avLst/>
              </a:prstGeom>
              <a:noFill/>
              <a:ln w="9525" cap="flat" cmpd="sng">
                <a:solidFill>
                  <a:schemeClr val="accent5"/>
                </a:solidFill>
                <a:prstDash val="solid"/>
                <a:round/>
                <a:headEnd type="none" w="sm" len="sm"/>
                <a:tailEnd type="none" w="sm" len="sm"/>
              </a:ln>
            </p:spPr>
          </p:cxnSp>
          <p:cxnSp>
            <p:nvCxnSpPr>
              <p:cNvPr id="746" name="Google Shape;746;p20"/>
              <p:cNvCxnSpPr/>
              <p:nvPr/>
            </p:nvCxnSpPr>
            <p:spPr>
              <a:xfrm>
                <a:off x="462650" y="1075858"/>
                <a:ext cx="3165000" cy="0"/>
              </a:xfrm>
              <a:prstGeom prst="straightConnector1">
                <a:avLst/>
              </a:prstGeom>
              <a:noFill/>
              <a:ln w="9525" cap="flat" cmpd="sng">
                <a:solidFill>
                  <a:schemeClr val="accent5"/>
                </a:solidFill>
                <a:prstDash val="solid"/>
                <a:round/>
                <a:headEnd type="none" w="sm" len="sm"/>
                <a:tailEnd type="none" w="sm" len="sm"/>
              </a:ln>
            </p:spPr>
          </p:cxnSp>
          <p:cxnSp>
            <p:nvCxnSpPr>
              <p:cNvPr id="747" name="Google Shape;747;p20"/>
              <p:cNvCxnSpPr/>
              <p:nvPr/>
            </p:nvCxnSpPr>
            <p:spPr>
              <a:xfrm>
                <a:off x="462650" y="1476817"/>
                <a:ext cx="3165000" cy="0"/>
              </a:xfrm>
              <a:prstGeom prst="straightConnector1">
                <a:avLst/>
              </a:prstGeom>
              <a:noFill/>
              <a:ln w="9525" cap="flat" cmpd="sng">
                <a:solidFill>
                  <a:schemeClr val="accent5"/>
                </a:solidFill>
                <a:prstDash val="solid"/>
                <a:round/>
                <a:headEnd type="none" w="sm" len="sm"/>
                <a:tailEnd type="none" w="sm" len="sm"/>
              </a:ln>
            </p:spPr>
          </p:cxnSp>
          <p:cxnSp>
            <p:nvCxnSpPr>
              <p:cNvPr id="748" name="Google Shape;748;p20"/>
              <p:cNvCxnSpPr/>
              <p:nvPr/>
            </p:nvCxnSpPr>
            <p:spPr>
              <a:xfrm>
                <a:off x="462650" y="1877775"/>
                <a:ext cx="3165000" cy="0"/>
              </a:xfrm>
              <a:prstGeom prst="straightConnector1">
                <a:avLst/>
              </a:prstGeom>
              <a:noFill/>
              <a:ln w="9525" cap="flat" cmpd="sng">
                <a:solidFill>
                  <a:schemeClr val="accent5"/>
                </a:solidFill>
                <a:prstDash val="solid"/>
                <a:round/>
                <a:headEnd type="none" w="sm" len="sm"/>
                <a:tailEnd type="none" w="sm" len="sm"/>
              </a:ln>
            </p:spPr>
          </p:cxnSp>
          <p:cxnSp>
            <p:nvCxnSpPr>
              <p:cNvPr id="749" name="Google Shape;749;p20"/>
              <p:cNvCxnSpPr/>
              <p:nvPr/>
            </p:nvCxnSpPr>
            <p:spPr>
              <a:xfrm>
                <a:off x="462650" y="2278733"/>
                <a:ext cx="3165000" cy="0"/>
              </a:xfrm>
              <a:prstGeom prst="straightConnector1">
                <a:avLst/>
              </a:prstGeom>
              <a:noFill/>
              <a:ln w="9525" cap="flat" cmpd="sng">
                <a:solidFill>
                  <a:schemeClr val="accent5"/>
                </a:solidFill>
                <a:prstDash val="solid"/>
                <a:round/>
                <a:headEnd type="none" w="sm" len="sm"/>
                <a:tailEnd type="none" w="sm" len="sm"/>
              </a:ln>
            </p:spPr>
          </p:cxnSp>
          <p:cxnSp>
            <p:nvCxnSpPr>
              <p:cNvPr id="750" name="Google Shape;750;p20"/>
              <p:cNvCxnSpPr/>
              <p:nvPr/>
            </p:nvCxnSpPr>
            <p:spPr>
              <a:xfrm>
                <a:off x="462650" y="2679692"/>
                <a:ext cx="3165000" cy="0"/>
              </a:xfrm>
              <a:prstGeom prst="straightConnector1">
                <a:avLst/>
              </a:prstGeom>
              <a:noFill/>
              <a:ln w="9525" cap="flat" cmpd="sng">
                <a:solidFill>
                  <a:schemeClr val="accent5"/>
                </a:solidFill>
                <a:prstDash val="solid"/>
                <a:round/>
                <a:headEnd type="none" w="sm" len="sm"/>
                <a:tailEnd type="none" w="sm" len="sm"/>
              </a:ln>
            </p:spPr>
          </p:cxnSp>
          <p:cxnSp>
            <p:nvCxnSpPr>
              <p:cNvPr id="751" name="Google Shape;751;p20"/>
              <p:cNvCxnSpPr/>
              <p:nvPr/>
            </p:nvCxnSpPr>
            <p:spPr>
              <a:xfrm>
                <a:off x="462650" y="3080650"/>
                <a:ext cx="3165000" cy="0"/>
              </a:xfrm>
              <a:prstGeom prst="straightConnector1">
                <a:avLst/>
              </a:prstGeom>
              <a:noFill/>
              <a:ln w="9525" cap="flat" cmpd="sng">
                <a:solidFill>
                  <a:schemeClr val="accent5"/>
                </a:solidFill>
                <a:prstDash val="solid"/>
                <a:round/>
                <a:headEnd type="none" w="sm" len="sm"/>
                <a:tailEnd type="none" w="sm" len="sm"/>
              </a:ln>
            </p:spPr>
          </p:cxnSp>
          <p:cxnSp>
            <p:nvCxnSpPr>
              <p:cNvPr id="752" name="Google Shape;752;p20"/>
              <p:cNvCxnSpPr/>
              <p:nvPr/>
            </p:nvCxnSpPr>
            <p:spPr>
              <a:xfrm>
                <a:off x="462650" y="3481608"/>
                <a:ext cx="3165000" cy="0"/>
              </a:xfrm>
              <a:prstGeom prst="straightConnector1">
                <a:avLst/>
              </a:prstGeom>
              <a:noFill/>
              <a:ln w="9525" cap="flat" cmpd="sng">
                <a:solidFill>
                  <a:schemeClr val="accent5"/>
                </a:solidFill>
                <a:prstDash val="solid"/>
                <a:round/>
                <a:headEnd type="none" w="sm" len="sm"/>
                <a:tailEnd type="none" w="sm" len="sm"/>
              </a:ln>
            </p:spPr>
          </p:cxnSp>
          <p:cxnSp>
            <p:nvCxnSpPr>
              <p:cNvPr id="753" name="Google Shape;753;p20"/>
              <p:cNvCxnSpPr/>
              <p:nvPr/>
            </p:nvCxnSpPr>
            <p:spPr>
              <a:xfrm>
                <a:off x="462650" y="3882567"/>
                <a:ext cx="3165000" cy="0"/>
              </a:xfrm>
              <a:prstGeom prst="straightConnector1">
                <a:avLst/>
              </a:prstGeom>
              <a:noFill/>
              <a:ln w="9525" cap="flat" cmpd="sng">
                <a:solidFill>
                  <a:schemeClr val="accent5"/>
                </a:solidFill>
                <a:prstDash val="solid"/>
                <a:round/>
                <a:headEnd type="none" w="sm" len="sm"/>
                <a:tailEnd type="none" w="sm" len="sm"/>
              </a:ln>
            </p:spPr>
          </p:cxnSp>
          <p:cxnSp>
            <p:nvCxnSpPr>
              <p:cNvPr id="754" name="Google Shape;754;p20"/>
              <p:cNvCxnSpPr/>
              <p:nvPr/>
            </p:nvCxnSpPr>
            <p:spPr>
              <a:xfrm>
                <a:off x="462650" y="4283525"/>
                <a:ext cx="3165000" cy="0"/>
              </a:xfrm>
              <a:prstGeom prst="straightConnector1">
                <a:avLst/>
              </a:prstGeom>
              <a:noFill/>
              <a:ln w="9525" cap="flat" cmpd="sng">
                <a:solidFill>
                  <a:schemeClr val="accent5"/>
                </a:solidFill>
                <a:prstDash val="solid"/>
                <a:round/>
                <a:headEnd type="none" w="sm" len="sm"/>
                <a:tailEnd type="none" w="sm" len="sm"/>
              </a:ln>
            </p:spPr>
          </p:cxnSp>
        </p:grpSp>
      </p:grpSp>
      <p:grpSp>
        <p:nvGrpSpPr>
          <p:cNvPr id="755" name="Google Shape;755;p20"/>
          <p:cNvGrpSpPr/>
          <p:nvPr/>
        </p:nvGrpSpPr>
        <p:grpSpPr>
          <a:xfrm>
            <a:off x="4222205" y="390105"/>
            <a:ext cx="366115" cy="4334807"/>
            <a:chOff x="3473077" y="259175"/>
            <a:chExt cx="366115" cy="4334807"/>
          </a:xfrm>
        </p:grpSpPr>
        <p:grpSp>
          <p:nvGrpSpPr>
            <p:cNvPr id="756" name="Google Shape;756;p20"/>
            <p:cNvGrpSpPr/>
            <p:nvPr/>
          </p:nvGrpSpPr>
          <p:grpSpPr>
            <a:xfrm rot="10800000">
              <a:off x="3473077" y="259175"/>
              <a:ext cx="184470" cy="4334807"/>
              <a:chOff x="5380497" y="383100"/>
              <a:chExt cx="189628" cy="4456010"/>
            </a:xfrm>
          </p:grpSpPr>
          <p:grpSp>
            <p:nvGrpSpPr>
              <p:cNvPr id="757" name="Google Shape;757;p20"/>
              <p:cNvGrpSpPr/>
              <p:nvPr/>
            </p:nvGrpSpPr>
            <p:grpSpPr>
              <a:xfrm>
                <a:off x="5380497" y="383100"/>
                <a:ext cx="189628" cy="981668"/>
                <a:chOff x="5380497" y="383100"/>
                <a:chExt cx="189628" cy="981668"/>
              </a:xfrm>
            </p:grpSpPr>
            <p:grpSp>
              <p:nvGrpSpPr>
                <p:cNvPr id="758" name="Google Shape;758;p20"/>
                <p:cNvGrpSpPr/>
                <p:nvPr/>
              </p:nvGrpSpPr>
              <p:grpSpPr>
                <a:xfrm>
                  <a:off x="5380497" y="383100"/>
                  <a:ext cx="187974" cy="130800"/>
                  <a:chOff x="4804925" y="764100"/>
                  <a:chExt cx="187974" cy="130800"/>
                </a:xfrm>
              </p:grpSpPr>
              <p:sp>
                <p:nvSpPr>
                  <p:cNvPr id="759" name="Google Shape;759;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60" name="Google Shape;760;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761" name="Google Shape;761;p20"/>
                <p:cNvGrpSpPr/>
                <p:nvPr/>
              </p:nvGrpSpPr>
              <p:grpSpPr>
                <a:xfrm>
                  <a:off x="5382151" y="822110"/>
                  <a:ext cx="187974" cy="130800"/>
                  <a:chOff x="4804925" y="764100"/>
                  <a:chExt cx="187974" cy="130800"/>
                </a:xfrm>
              </p:grpSpPr>
              <p:sp>
                <p:nvSpPr>
                  <p:cNvPr id="762" name="Google Shape;762;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63" name="Google Shape;763;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764" name="Google Shape;764;p20"/>
                <p:cNvGrpSpPr/>
                <p:nvPr/>
              </p:nvGrpSpPr>
              <p:grpSpPr>
                <a:xfrm>
                  <a:off x="5382151" y="1233968"/>
                  <a:ext cx="187974" cy="130800"/>
                  <a:chOff x="4804925" y="764100"/>
                  <a:chExt cx="187974" cy="130800"/>
                </a:xfrm>
              </p:grpSpPr>
              <p:sp>
                <p:nvSpPr>
                  <p:cNvPr id="765" name="Google Shape;765;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66" name="Google Shape;766;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767" name="Google Shape;767;p20"/>
              <p:cNvGrpSpPr/>
              <p:nvPr/>
            </p:nvGrpSpPr>
            <p:grpSpPr>
              <a:xfrm>
                <a:off x="5380497" y="1678500"/>
                <a:ext cx="189628" cy="981668"/>
                <a:chOff x="5380497" y="383100"/>
                <a:chExt cx="189628" cy="981668"/>
              </a:xfrm>
            </p:grpSpPr>
            <p:grpSp>
              <p:nvGrpSpPr>
                <p:cNvPr id="768" name="Google Shape;768;p20"/>
                <p:cNvGrpSpPr/>
                <p:nvPr/>
              </p:nvGrpSpPr>
              <p:grpSpPr>
                <a:xfrm>
                  <a:off x="5380497" y="383100"/>
                  <a:ext cx="187974" cy="130800"/>
                  <a:chOff x="4804925" y="764100"/>
                  <a:chExt cx="187974" cy="130800"/>
                </a:xfrm>
              </p:grpSpPr>
              <p:sp>
                <p:nvSpPr>
                  <p:cNvPr id="769" name="Google Shape;769;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70" name="Google Shape;770;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771" name="Google Shape;771;p20"/>
                <p:cNvGrpSpPr/>
                <p:nvPr/>
              </p:nvGrpSpPr>
              <p:grpSpPr>
                <a:xfrm>
                  <a:off x="5382151" y="822110"/>
                  <a:ext cx="187974" cy="130800"/>
                  <a:chOff x="4804925" y="764100"/>
                  <a:chExt cx="187974" cy="130800"/>
                </a:xfrm>
              </p:grpSpPr>
              <p:sp>
                <p:nvSpPr>
                  <p:cNvPr id="772" name="Google Shape;772;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73" name="Google Shape;773;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774" name="Google Shape;774;p20"/>
                <p:cNvGrpSpPr/>
                <p:nvPr/>
              </p:nvGrpSpPr>
              <p:grpSpPr>
                <a:xfrm>
                  <a:off x="5382151" y="1233968"/>
                  <a:ext cx="187974" cy="130800"/>
                  <a:chOff x="4804925" y="764100"/>
                  <a:chExt cx="187974" cy="130800"/>
                </a:xfrm>
              </p:grpSpPr>
              <p:sp>
                <p:nvSpPr>
                  <p:cNvPr id="775" name="Google Shape;775;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76" name="Google Shape;776;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777" name="Google Shape;777;p20"/>
              <p:cNvGrpSpPr/>
              <p:nvPr/>
            </p:nvGrpSpPr>
            <p:grpSpPr>
              <a:xfrm>
                <a:off x="5380497" y="2973900"/>
                <a:ext cx="189628" cy="981668"/>
                <a:chOff x="5380497" y="383100"/>
                <a:chExt cx="189628" cy="981668"/>
              </a:xfrm>
            </p:grpSpPr>
            <p:grpSp>
              <p:nvGrpSpPr>
                <p:cNvPr id="778" name="Google Shape;778;p20"/>
                <p:cNvGrpSpPr/>
                <p:nvPr/>
              </p:nvGrpSpPr>
              <p:grpSpPr>
                <a:xfrm>
                  <a:off x="5380497" y="383100"/>
                  <a:ext cx="187974" cy="130800"/>
                  <a:chOff x="4804925" y="764100"/>
                  <a:chExt cx="187974" cy="130800"/>
                </a:xfrm>
              </p:grpSpPr>
              <p:sp>
                <p:nvSpPr>
                  <p:cNvPr id="779" name="Google Shape;779;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80" name="Google Shape;780;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781" name="Google Shape;781;p20"/>
                <p:cNvGrpSpPr/>
                <p:nvPr/>
              </p:nvGrpSpPr>
              <p:grpSpPr>
                <a:xfrm>
                  <a:off x="5382151" y="822110"/>
                  <a:ext cx="187974" cy="130800"/>
                  <a:chOff x="4804925" y="764100"/>
                  <a:chExt cx="187974" cy="130800"/>
                </a:xfrm>
              </p:grpSpPr>
              <p:sp>
                <p:nvSpPr>
                  <p:cNvPr id="782" name="Google Shape;782;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83" name="Google Shape;783;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784" name="Google Shape;784;p20"/>
                <p:cNvGrpSpPr/>
                <p:nvPr/>
              </p:nvGrpSpPr>
              <p:grpSpPr>
                <a:xfrm>
                  <a:off x="5382151" y="1233968"/>
                  <a:ext cx="187974" cy="130800"/>
                  <a:chOff x="4804925" y="764100"/>
                  <a:chExt cx="187974" cy="130800"/>
                </a:xfrm>
              </p:grpSpPr>
              <p:sp>
                <p:nvSpPr>
                  <p:cNvPr id="785" name="Google Shape;785;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86" name="Google Shape;786;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787" name="Google Shape;787;p20"/>
              <p:cNvGrpSpPr/>
              <p:nvPr/>
            </p:nvGrpSpPr>
            <p:grpSpPr>
              <a:xfrm>
                <a:off x="5380497" y="4269300"/>
                <a:ext cx="189628" cy="569810"/>
                <a:chOff x="5380497" y="383100"/>
                <a:chExt cx="189628" cy="569810"/>
              </a:xfrm>
            </p:grpSpPr>
            <p:grpSp>
              <p:nvGrpSpPr>
                <p:cNvPr id="788" name="Google Shape;788;p20"/>
                <p:cNvGrpSpPr/>
                <p:nvPr/>
              </p:nvGrpSpPr>
              <p:grpSpPr>
                <a:xfrm>
                  <a:off x="5380497" y="383100"/>
                  <a:ext cx="187974" cy="130800"/>
                  <a:chOff x="4804925" y="764100"/>
                  <a:chExt cx="187974" cy="130800"/>
                </a:xfrm>
              </p:grpSpPr>
              <p:sp>
                <p:nvSpPr>
                  <p:cNvPr id="789" name="Google Shape;789;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90" name="Google Shape;790;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791" name="Google Shape;791;p20"/>
                <p:cNvGrpSpPr/>
                <p:nvPr/>
              </p:nvGrpSpPr>
              <p:grpSpPr>
                <a:xfrm>
                  <a:off x="5382151" y="822110"/>
                  <a:ext cx="187974" cy="130800"/>
                  <a:chOff x="4804925" y="764100"/>
                  <a:chExt cx="187974" cy="130800"/>
                </a:xfrm>
              </p:grpSpPr>
              <p:sp>
                <p:nvSpPr>
                  <p:cNvPr id="792" name="Google Shape;792;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93" name="Google Shape;793;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grpSp>
          <p:nvGrpSpPr>
            <p:cNvPr id="794" name="Google Shape;794;p20"/>
            <p:cNvGrpSpPr/>
            <p:nvPr/>
          </p:nvGrpSpPr>
          <p:grpSpPr>
            <a:xfrm rot="10800000" flipH="1">
              <a:off x="3654721" y="259175"/>
              <a:ext cx="184470" cy="4334807"/>
              <a:chOff x="5380497" y="383100"/>
              <a:chExt cx="189628" cy="4456010"/>
            </a:xfrm>
          </p:grpSpPr>
          <p:grpSp>
            <p:nvGrpSpPr>
              <p:cNvPr id="795" name="Google Shape;795;p20"/>
              <p:cNvGrpSpPr/>
              <p:nvPr/>
            </p:nvGrpSpPr>
            <p:grpSpPr>
              <a:xfrm>
                <a:off x="5380497" y="383100"/>
                <a:ext cx="189628" cy="981668"/>
                <a:chOff x="5380497" y="383100"/>
                <a:chExt cx="189628" cy="981668"/>
              </a:xfrm>
            </p:grpSpPr>
            <p:grpSp>
              <p:nvGrpSpPr>
                <p:cNvPr id="796" name="Google Shape;796;p20"/>
                <p:cNvGrpSpPr/>
                <p:nvPr/>
              </p:nvGrpSpPr>
              <p:grpSpPr>
                <a:xfrm>
                  <a:off x="5380497" y="383100"/>
                  <a:ext cx="187974" cy="130800"/>
                  <a:chOff x="4804925" y="764100"/>
                  <a:chExt cx="187974" cy="130800"/>
                </a:xfrm>
              </p:grpSpPr>
              <p:sp>
                <p:nvSpPr>
                  <p:cNvPr id="797" name="Google Shape;797;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798" name="Google Shape;798;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799" name="Google Shape;799;p20"/>
                <p:cNvGrpSpPr/>
                <p:nvPr/>
              </p:nvGrpSpPr>
              <p:grpSpPr>
                <a:xfrm>
                  <a:off x="5382151" y="822110"/>
                  <a:ext cx="187974" cy="130800"/>
                  <a:chOff x="4804925" y="764100"/>
                  <a:chExt cx="187974" cy="130800"/>
                </a:xfrm>
              </p:grpSpPr>
              <p:sp>
                <p:nvSpPr>
                  <p:cNvPr id="800" name="Google Shape;800;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01" name="Google Shape;801;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802" name="Google Shape;802;p20"/>
                <p:cNvGrpSpPr/>
                <p:nvPr/>
              </p:nvGrpSpPr>
              <p:grpSpPr>
                <a:xfrm>
                  <a:off x="5382151" y="1233968"/>
                  <a:ext cx="187974" cy="130800"/>
                  <a:chOff x="4804925" y="764100"/>
                  <a:chExt cx="187974" cy="130800"/>
                </a:xfrm>
              </p:grpSpPr>
              <p:sp>
                <p:nvSpPr>
                  <p:cNvPr id="803" name="Google Shape;803;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04" name="Google Shape;804;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805" name="Google Shape;805;p20"/>
              <p:cNvGrpSpPr/>
              <p:nvPr/>
            </p:nvGrpSpPr>
            <p:grpSpPr>
              <a:xfrm>
                <a:off x="5380497" y="1678500"/>
                <a:ext cx="189628" cy="981668"/>
                <a:chOff x="5380497" y="383100"/>
                <a:chExt cx="189628" cy="981668"/>
              </a:xfrm>
            </p:grpSpPr>
            <p:grpSp>
              <p:nvGrpSpPr>
                <p:cNvPr id="806" name="Google Shape;806;p20"/>
                <p:cNvGrpSpPr/>
                <p:nvPr/>
              </p:nvGrpSpPr>
              <p:grpSpPr>
                <a:xfrm>
                  <a:off x="5380497" y="383100"/>
                  <a:ext cx="187974" cy="130800"/>
                  <a:chOff x="4804925" y="764100"/>
                  <a:chExt cx="187974" cy="130800"/>
                </a:xfrm>
              </p:grpSpPr>
              <p:sp>
                <p:nvSpPr>
                  <p:cNvPr id="807" name="Google Shape;807;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08" name="Google Shape;808;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809" name="Google Shape;809;p20"/>
                <p:cNvGrpSpPr/>
                <p:nvPr/>
              </p:nvGrpSpPr>
              <p:grpSpPr>
                <a:xfrm>
                  <a:off x="5382151" y="822110"/>
                  <a:ext cx="187974" cy="130800"/>
                  <a:chOff x="4804925" y="764100"/>
                  <a:chExt cx="187974" cy="130800"/>
                </a:xfrm>
              </p:grpSpPr>
              <p:sp>
                <p:nvSpPr>
                  <p:cNvPr id="810" name="Google Shape;810;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11" name="Google Shape;811;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812" name="Google Shape;812;p20"/>
                <p:cNvGrpSpPr/>
                <p:nvPr/>
              </p:nvGrpSpPr>
              <p:grpSpPr>
                <a:xfrm>
                  <a:off x="5382151" y="1233968"/>
                  <a:ext cx="187974" cy="130800"/>
                  <a:chOff x="4804925" y="764100"/>
                  <a:chExt cx="187974" cy="130800"/>
                </a:xfrm>
              </p:grpSpPr>
              <p:sp>
                <p:nvSpPr>
                  <p:cNvPr id="813" name="Google Shape;813;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14" name="Google Shape;814;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815" name="Google Shape;815;p20"/>
              <p:cNvGrpSpPr/>
              <p:nvPr/>
            </p:nvGrpSpPr>
            <p:grpSpPr>
              <a:xfrm>
                <a:off x="5380497" y="2973900"/>
                <a:ext cx="189628" cy="981668"/>
                <a:chOff x="5380497" y="383100"/>
                <a:chExt cx="189628" cy="981668"/>
              </a:xfrm>
            </p:grpSpPr>
            <p:grpSp>
              <p:nvGrpSpPr>
                <p:cNvPr id="816" name="Google Shape;816;p20"/>
                <p:cNvGrpSpPr/>
                <p:nvPr/>
              </p:nvGrpSpPr>
              <p:grpSpPr>
                <a:xfrm>
                  <a:off x="5380497" y="383100"/>
                  <a:ext cx="187974" cy="130800"/>
                  <a:chOff x="4804925" y="764100"/>
                  <a:chExt cx="187974" cy="130800"/>
                </a:xfrm>
              </p:grpSpPr>
              <p:sp>
                <p:nvSpPr>
                  <p:cNvPr id="817" name="Google Shape;817;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18" name="Google Shape;818;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819" name="Google Shape;819;p20"/>
                <p:cNvGrpSpPr/>
                <p:nvPr/>
              </p:nvGrpSpPr>
              <p:grpSpPr>
                <a:xfrm>
                  <a:off x="5382151" y="822110"/>
                  <a:ext cx="187974" cy="130800"/>
                  <a:chOff x="4804925" y="764100"/>
                  <a:chExt cx="187974" cy="130800"/>
                </a:xfrm>
              </p:grpSpPr>
              <p:sp>
                <p:nvSpPr>
                  <p:cNvPr id="820" name="Google Shape;820;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21" name="Google Shape;821;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822" name="Google Shape;822;p20"/>
                <p:cNvGrpSpPr/>
                <p:nvPr/>
              </p:nvGrpSpPr>
              <p:grpSpPr>
                <a:xfrm>
                  <a:off x="5382151" y="1233968"/>
                  <a:ext cx="187974" cy="130800"/>
                  <a:chOff x="4804925" y="764100"/>
                  <a:chExt cx="187974" cy="130800"/>
                </a:xfrm>
              </p:grpSpPr>
              <p:sp>
                <p:nvSpPr>
                  <p:cNvPr id="823" name="Google Shape;823;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24" name="Google Shape;824;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nvGrpSpPr>
              <p:cNvPr id="825" name="Google Shape;825;p20"/>
              <p:cNvGrpSpPr/>
              <p:nvPr/>
            </p:nvGrpSpPr>
            <p:grpSpPr>
              <a:xfrm>
                <a:off x="5380497" y="4269300"/>
                <a:ext cx="189628" cy="569810"/>
                <a:chOff x="5380497" y="383100"/>
                <a:chExt cx="189628" cy="569810"/>
              </a:xfrm>
            </p:grpSpPr>
            <p:grpSp>
              <p:nvGrpSpPr>
                <p:cNvPr id="826" name="Google Shape;826;p20"/>
                <p:cNvGrpSpPr/>
                <p:nvPr/>
              </p:nvGrpSpPr>
              <p:grpSpPr>
                <a:xfrm>
                  <a:off x="5380497" y="383100"/>
                  <a:ext cx="187974" cy="130800"/>
                  <a:chOff x="4804925" y="764100"/>
                  <a:chExt cx="187974" cy="130800"/>
                </a:xfrm>
              </p:grpSpPr>
              <p:sp>
                <p:nvSpPr>
                  <p:cNvPr id="827" name="Google Shape;827;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28" name="Google Shape;828;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829" name="Google Shape;829;p20"/>
                <p:cNvGrpSpPr/>
                <p:nvPr/>
              </p:nvGrpSpPr>
              <p:grpSpPr>
                <a:xfrm>
                  <a:off x="5382151" y="822110"/>
                  <a:ext cx="187974" cy="130800"/>
                  <a:chOff x="4804925" y="764100"/>
                  <a:chExt cx="187974" cy="130800"/>
                </a:xfrm>
              </p:grpSpPr>
              <p:sp>
                <p:nvSpPr>
                  <p:cNvPr id="830" name="Google Shape;830;p20"/>
                  <p:cNvSpPr/>
                  <p:nvPr/>
                </p:nvSpPr>
                <p:spPr>
                  <a:xfrm>
                    <a:off x="4856699" y="764100"/>
                    <a:ext cx="136200" cy="13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31" name="Google Shape;831;p20"/>
                  <p:cNvSpPr/>
                  <p:nvPr/>
                </p:nvSpPr>
                <p:spPr>
                  <a:xfrm>
                    <a:off x="4804925" y="811200"/>
                    <a:ext cx="61800" cy="36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grpSp>
      </p:grpSp>
      <p:sp>
        <p:nvSpPr>
          <p:cNvPr id="832" name="Google Shape;832;p20"/>
          <p:cNvSpPr txBox="1">
            <a:spLocks noGrp="1"/>
          </p:cNvSpPr>
          <p:nvPr>
            <p:ph type="body" idx="1"/>
          </p:nvPr>
        </p:nvSpPr>
        <p:spPr>
          <a:xfrm rot="-199678">
            <a:off x="1297246" y="1801757"/>
            <a:ext cx="2123982" cy="2187983"/>
          </a:xfrm>
          <a:prstGeom prst="rect">
            <a:avLst/>
          </a:prstGeom>
        </p:spPr>
        <p:txBody>
          <a:bodyPr spcFirstLastPara="1" wrap="square" lIns="91425" tIns="0" rIns="91425" bIns="0" anchor="t" anchorCtr="0">
            <a:normAutofit/>
          </a:bodyPr>
          <a:lstStyle>
            <a:lvl1pPr marL="457200" lvl="0" indent="-304800">
              <a:lnSpc>
                <a:spcPct val="100000"/>
              </a:lnSpc>
              <a:spcBef>
                <a:spcPts val="0"/>
              </a:spcBef>
              <a:spcAft>
                <a:spcPts val="0"/>
              </a:spcAft>
              <a:buSzPts val="1200"/>
              <a:buChar char="●"/>
              <a:defRPr/>
            </a:lvl1pPr>
            <a:lvl2pPr marL="914400" lvl="1" indent="-304800">
              <a:lnSpc>
                <a:spcPct val="100000"/>
              </a:lnSpc>
              <a:spcBef>
                <a:spcPts val="800"/>
              </a:spcBef>
              <a:spcAft>
                <a:spcPts val="0"/>
              </a:spcAft>
              <a:buSzPts val="1200"/>
              <a:buChar char="○"/>
              <a:defRPr/>
            </a:lvl2pPr>
            <a:lvl3pPr marL="1371600" lvl="2" indent="-304800">
              <a:lnSpc>
                <a:spcPct val="100000"/>
              </a:lnSpc>
              <a:spcBef>
                <a:spcPts val="800"/>
              </a:spcBef>
              <a:spcAft>
                <a:spcPts val="0"/>
              </a:spcAft>
              <a:buSzPts val="1200"/>
              <a:buChar char="■"/>
              <a:defRPr/>
            </a:lvl3pPr>
            <a:lvl4pPr marL="1828800" lvl="3" indent="-304800">
              <a:lnSpc>
                <a:spcPct val="100000"/>
              </a:lnSpc>
              <a:spcBef>
                <a:spcPts val="800"/>
              </a:spcBef>
              <a:spcAft>
                <a:spcPts val="0"/>
              </a:spcAft>
              <a:buSzPts val="1200"/>
              <a:buChar char="●"/>
              <a:defRPr/>
            </a:lvl4pPr>
            <a:lvl5pPr marL="2286000" lvl="4" indent="-304800">
              <a:lnSpc>
                <a:spcPct val="100000"/>
              </a:lnSpc>
              <a:spcBef>
                <a:spcPts val="800"/>
              </a:spcBef>
              <a:spcAft>
                <a:spcPts val="0"/>
              </a:spcAft>
              <a:buSzPts val="1200"/>
              <a:buChar char="○"/>
              <a:defRPr/>
            </a:lvl5pPr>
            <a:lvl6pPr marL="2743200" lvl="5" indent="-304800">
              <a:lnSpc>
                <a:spcPct val="100000"/>
              </a:lnSpc>
              <a:spcBef>
                <a:spcPts val="800"/>
              </a:spcBef>
              <a:spcAft>
                <a:spcPts val="0"/>
              </a:spcAft>
              <a:buSzPts val="1200"/>
              <a:buChar char="■"/>
              <a:defRPr/>
            </a:lvl6pPr>
            <a:lvl7pPr marL="3200400" lvl="6" indent="-304800">
              <a:lnSpc>
                <a:spcPct val="100000"/>
              </a:lnSpc>
              <a:spcBef>
                <a:spcPts val="800"/>
              </a:spcBef>
              <a:spcAft>
                <a:spcPts val="0"/>
              </a:spcAft>
              <a:buSzPts val="1200"/>
              <a:buChar char="●"/>
              <a:defRPr/>
            </a:lvl7pPr>
            <a:lvl8pPr marL="3657600" lvl="7" indent="-304800">
              <a:lnSpc>
                <a:spcPct val="100000"/>
              </a:lnSpc>
              <a:spcBef>
                <a:spcPts val="800"/>
              </a:spcBef>
              <a:spcAft>
                <a:spcPts val="0"/>
              </a:spcAft>
              <a:buSzPts val="1200"/>
              <a:buChar char="○"/>
              <a:defRPr/>
            </a:lvl8pPr>
            <a:lvl9pPr marL="4114800" lvl="8" indent="-304800">
              <a:lnSpc>
                <a:spcPct val="100000"/>
              </a:lnSpc>
              <a:spcBef>
                <a:spcPts val="800"/>
              </a:spcBef>
              <a:spcAft>
                <a:spcPts val="800"/>
              </a:spcAft>
              <a:buSzPts val="1200"/>
              <a:buChar char="■"/>
              <a:defRPr/>
            </a:lvl9pPr>
          </a:lstStyle>
          <a:p>
            <a:endParaRPr/>
          </a:p>
        </p:txBody>
      </p:sp>
      <p:sp>
        <p:nvSpPr>
          <p:cNvPr id="833" name="Google Shape;833;p20"/>
          <p:cNvSpPr txBox="1">
            <a:spLocks noGrp="1"/>
          </p:cNvSpPr>
          <p:nvPr>
            <p:ph type="title"/>
          </p:nvPr>
        </p:nvSpPr>
        <p:spPr>
          <a:xfrm rot="-197254">
            <a:off x="1212945" y="1184617"/>
            <a:ext cx="2123895" cy="49582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34" name="Google Shape;834;p20"/>
          <p:cNvSpPr txBox="1">
            <a:spLocks noGrp="1"/>
          </p:cNvSpPr>
          <p:nvPr>
            <p:ph type="title" idx="2"/>
          </p:nvPr>
        </p:nvSpPr>
        <p:spPr>
          <a:xfrm>
            <a:off x="6254525" y="1962475"/>
            <a:ext cx="1636200" cy="357000"/>
          </a:xfrm>
          <a:prstGeom prst="rect">
            <a:avLst/>
          </a:prstGeom>
        </p:spPr>
        <p:txBody>
          <a:bodyPr spcFirstLastPara="1" wrap="square" lIns="91425" tIns="91425" rIns="91425" bIns="91425" anchor="ctr" anchorCtr="0">
            <a:noAutofit/>
          </a:bodyPr>
          <a:lstStyle>
            <a:lvl1pPr lvl="0">
              <a:spcBef>
                <a:spcPts val="0"/>
              </a:spcBef>
              <a:spcAft>
                <a:spcPts val="0"/>
              </a:spcAft>
              <a:buSzPts val="1200"/>
              <a:buFont typeface="Manrope ExtraBold"/>
              <a:buNone/>
              <a:defRPr sz="1200" b="0">
                <a:latin typeface="Manrope ExtraBold"/>
                <a:ea typeface="Manrope ExtraBold"/>
                <a:cs typeface="Manrope ExtraBold"/>
                <a:sym typeface="Manrope ExtraBold"/>
              </a:defRPr>
            </a:lvl1pPr>
            <a:lvl2pPr lvl="1">
              <a:spcBef>
                <a:spcPts val="0"/>
              </a:spcBef>
              <a:spcAft>
                <a:spcPts val="0"/>
              </a:spcAft>
              <a:buSzPts val="1200"/>
              <a:buFont typeface="Manrope ExtraBold"/>
              <a:buNone/>
              <a:defRPr sz="1200">
                <a:latin typeface="Manrope ExtraBold"/>
                <a:ea typeface="Manrope ExtraBold"/>
                <a:cs typeface="Manrope ExtraBold"/>
                <a:sym typeface="Manrope ExtraBold"/>
              </a:defRPr>
            </a:lvl2pPr>
            <a:lvl3pPr lvl="2">
              <a:spcBef>
                <a:spcPts val="0"/>
              </a:spcBef>
              <a:spcAft>
                <a:spcPts val="0"/>
              </a:spcAft>
              <a:buSzPts val="1200"/>
              <a:buFont typeface="Manrope ExtraBold"/>
              <a:buNone/>
              <a:defRPr sz="1200">
                <a:latin typeface="Manrope ExtraBold"/>
                <a:ea typeface="Manrope ExtraBold"/>
                <a:cs typeface="Manrope ExtraBold"/>
                <a:sym typeface="Manrope ExtraBold"/>
              </a:defRPr>
            </a:lvl3pPr>
            <a:lvl4pPr lvl="3">
              <a:spcBef>
                <a:spcPts val="0"/>
              </a:spcBef>
              <a:spcAft>
                <a:spcPts val="0"/>
              </a:spcAft>
              <a:buSzPts val="1200"/>
              <a:buFont typeface="Manrope ExtraBold"/>
              <a:buNone/>
              <a:defRPr sz="1200">
                <a:latin typeface="Manrope ExtraBold"/>
                <a:ea typeface="Manrope ExtraBold"/>
                <a:cs typeface="Manrope ExtraBold"/>
                <a:sym typeface="Manrope ExtraBold"/>
              </a:defRPr>
            </a:lvl4pPr>
            <a:lvl5pPr lvl="4">
              <a:spcBef>
                <a:spcPts val="0"/>
              </a:spcBef>
              <a:spcAft>
                <a:spcPts val="0"/>
              </a:spcAft>
              <a:buSzPts val="1200"/>
              <a:buFont typeface="Manrope ExtraBold"/>
              <a:buNone/>
              <a:defRPr sz="1200">
                <a:latin typeface="Manrope ExtraBold"/>
                <a:ea typeface="Manrope ExtraBold"/>
                <a:cs typeface="Manrope ExtraBold"/>
                <a:sym typeface="Manrope ExtraBold"/>
              </a:defRPr>
            </a:lvl5pPr>
            <a:lvl6pPr lvl="5">
              <a:spcBef>
                <a:spcPts val="0"/>
              </a:spcBef>
              <a:spcAft>
                <a:spcPts val="0"/>
              </a:spcAft>
              <a:buSzPts val="1200"/>
              <a:buFont typeface="Manrope ExtraBold"/>
              <a:buNone/>
              <a:defRPr sz="1200">
                <a:latin typeface="Manrope ExtraBold"/>
                <a:ea typeface="Manrope ExtraBold"/>
                <a:cs typeface="Manrope ExtraBold"/>
                <a:sym typeface="Manrope ExtraBold"/>
              </a:defRPr>
            </a:lvl6pPr>
            <a:lvl7pPr lvl="6">
              <a:spcBef>
                <a:spcPts val="0"/>
              </a:spcBef>
              <a:spcAft>
                <a:spcPts val="0"/>
              </a:spcAft>
              <a:buSzPts val="1200"/>
              <a:buFont typeface="Manrope ExtraBold"/>
              <a:buNone/>
              <a:defRPr sz="1200">
                <a:latin typeface="Manrope ExtraBold"/>
                <a:ea typeface="Manrope ExtraBold"/>
                <a:cs typeface="Manrope ExtraBold"/>
                <a:sym typeface="Manrope ExtraBold"/>
              </a:defRPr>
            </a:lvl7pPr>
            <a:lvl8pPr lvl="7">
              <a:spcBef>
                <a:spcPts val="0"/>
              </a:spcBef>
              <a:spcAft>
                <a:spcPts val="0"/>
              </a:spcAft>
              <a:buSzPts val="1200"/>
              <a:buFont typeface="Manrope ExtraBold"/>
              <a:buNone/>
              <a:defRPr sz="1200">
                <a:latin typeface="Manrope ExtraBold"/>
                <a:ea typeface="Manrope ExtraBold"/>
                <a:cs typeface="Manrope ExtraBold"/>
                <a:sym typeface="Manrope ExtraBold"/>
              </a:defRPr>
            </a:lvl8pPr>
            <a:lvl9pPr lvl="8">
              <a:spcBef>
                <a:spcPts val="0"/>
              </a:spcBef>
              <a:spcAft>
                <a:spcPts val="0"/>
              </a:spcAft>
              <a:buSzPts val="1200"/>
              <a:buFont typeface="Manrope ExtraBold"/>
              <a:buNone/>
              <a:defRPr sz="1200">
                <a:latin typeface="Manrope ExtraBold"/>
                <a:ea typeface="Manrope ExtraBold"/>
                <a:cs typeface="Manrope ExtraBold"/>
                <a:sym typeface="Manrope ExtraBold"/>
              </a:defRPr>
            </a:lvl9pPr>
          </a:lstStyle>
          <a:p>
            <a:endParaRPr/>
          </a:p>
        </p:txBody>
      </p:sp>
      <p:sp>
        <p:nvSpPr>
          <p:cNvPr id="835" name="Google Shape;835;p20"/>
          <p:cNvSpPr txBox="1">
            <a:spLocks noGrp="1"/>
          </p:cNvSpPr>
          <p:nvPr>
            <p:ph type="body" idx="3"/>
          </p:nvPr>
        </p:nvSpPr>
        <p:spPr>
          <a:xfrm>
            <a:off x="6254350" y="2353130"/>
            <a:ext cx="1636200" cy="778200"/>
          </a:xfrm>
          <a:prstGeom prst="rect">
            <a:avLst/>
          </a:prstGeom>
        </p:spPr>
        <p:txBody>
          <a:bodyPr spcFirstLastPara="1" wrap="square" lIns="91425" tIns="0" rIns="91425" bIns="91425" anchor="t" anchorCtr="0">
            <a:noAutofit/>
          </a:bodyPr>
          <a:lstStyle>
            <a:lvl1pPr marL="457200" lvl="0" indent="-292100">
              <a:spcBef>
                <a:spcPts val="0"/>
              </a:spcBef>
              <a:spcAft>
                <a:spcPts val="0"/>
              </a:spcAft>
              <a:buSzPts val="1000"/>
              <a:buChar char="●"/>
              <a:defRPr sz="1000"/>
            </a:lvl1pPr>
            <a:lvl2pPr marL="914400" lvl="1" indent="-292100">
              <a:spcBef>
                <a:spcPts val="800"/>
              </a:spcBef>
              <a:spcAft>
                <a:spcPts val="0"/>
              </a:spcAft>
              <a:buSzPts val="1000"/>
              <a:buChar char="○"/>
              <a:defRPr sz="1000"/>
            </a:lvl2pPr>
            <a:lvl3pPr marL="1371600" lvl="2" indent="-292100">
              <a:spcBef>
                <a:spcPts val="800"/>
              </a:spcBef>
              <a:spcAft>
                <a:spcPts val="0"/>
              </a:spcAft>
              <a:buSzPts val="1000"/>
              <a:buChar char="■"/>
              <a:defRPr sz="1000"/>
            </a:lvl3pPr>
            <a:lvl4pPr marL="1828800" lvl="3" indent="-292100">
              <a:spcBef>
                <a:spcPts val="800"/>
              </a:spcBef>
              <a:spcAft>
                <a:spcPts val="0"/>
              </a:spcAft>
              <a:buSzPts val="1000"/>
              <a:buChar char="●"/>
              <a:defRPr sz="1000"/>
            </a:lvl4pPr>
            <a:lvl5pPr marL="2286000" lvl="4" indent="-292100">
              <a:spcBef>
                <a:spcPts val="800"/>
              </a:spcBef>
              <a:spcAft>
                <a:spcPts val="0"/>
              </a:spcAft>
              <a:buSzPts val="1000"/>
              <a:buChar char="○"/>
              <a:defRPr sz="1000"/>
            </a:lvl5pPr>
            <a:lvl6pPr marL="2743200" lvl="5" indent="-292100">
              <a:spcBef>
                <a:spcPts val="800"/>
              </a:spcBef>
              <a:spcAft>
                <a:spcPts val="0"/>
              </a:spcAft>
              <a:buSzPts val="1000"/>
              <a:buChar char="■"/>
              <a:defRPr sz="1000"/>
            </a:lvl6pPr>
            <a:lvl7pPr marL="3200400" lvl="6" indent="-292100">
              <a:spcBef>
                <a:spcPts val="800"/>
              </a:spcBef>
              <a:spcAft>
                <a:spcPts val="0"/>
              </a:spcAft>
              <a:buSzPts val="1000"/>
              <a:buChar char="●"/>
              <a:defRPr sz="1000"/>
            </a:lvl7pPr>
            <a:lvl8pPr marL="3657600" lvl="7" indent="-292100">
              <a:spcBef>
                <a:spcPts val="800"/>
              </a:spcBef>
              <a:spcAft>
                <a:spcPts val="0"/>
              </a:spcAft>
              <a:buSzPts val="1000"/>
              <a:buChar char="○"/>
              <a:defRPr sz="1000"/>
            </a:lvl8pPr>
            <a:lvl9pPr marL="4114800" lvl="8" indent="-292100">
              <a:spcBef>
                <a:spcPts val="800"/>
              </a:spcBef>
              <a:spcAft>
                <a:spcPts val="800"/>
              </a:spcAft>
              <a:buSzPts val="1000"/>
              <a:buChar char="■"/>
              <a:defRPr sz="1000"/>
            </a:lvl9pPr>
          </a:lstStyle>
          <a:p>
            <a:endParaRPr/>
          </a:p>
        </p:txBody>
      </p:sp>
      <p:sp>
        <p:nvSpPr>
          <p:cNvPr id="836" name="Google Shape;836;p20"/>
          <p:cNvSpPr txBox="1">
            <a:spLocks noGrp="1"/>
          </p:cNvSpPr>
          <p:nvPr>
            <p:ph type="title" idx="4"/>
          </p:nvPr>
        </p:nvSpPr>
        <p:spPr>
          <a:xfrm>
            <a:off x="6254525" y="3292150"/>
            <a:ext cx="1636200" cy="357300"/>
          </a:xfrm>
          <a:prstGeom prst="rect">
            <a:avLst/>
          </a:prstGeom>
        </p:spPr>
        <p:txBody>
          <a:bodyPr spcFirstLastPara="1" wrap="square" lIns="91425" tIns="91425" rIns="91425" bIns="91425" anchor="ctr" anchorCtr="0">
            <a:noAutofit/>
          </a:bodyPr>
          <a:lstStyle>
            <a:lvl1pPr lvl="0">
              <a:spcBef>
                <a:spcPts val="0"/>
              </a:spcBef>
              <a:spcAft>
                <a:spcPts val="0"/>
              </a:spcAft>
              <a:buSzPts val="1200"/>
              <a:buFont typeface="Manrope ExtraBold"/>
              <a:buNone/>
              <a:defRPr sz="1200" b="0">
                <a:latin typeface="Manrope ExtraBold"/>
                <a:ea typeface="Manrope ExtraBold"/>
                <a:cs typeface="Manrope ExtraBold"/>
                <a:sym typeface="Manrope ExtraBold"/>
              </a:defRPr>
            </a:lvl1pPr>
            <a:lvl2pPr lvl="1">
              <a:spcBef>
                <a:spcPts val="0"/>
              </a:spcBef>
              <a:spcAft>
                <a:spcPts val="0"/>
              </a:spcAft>
              <a:buSzPts val="1200"/>
              <a:buFont typeface="Manrope ExtraBold"/>
              <a:buNone/>
              <a:defRPr sz="1200">
                <a:latin typeface="Manrope ExtraBold"/>
                <a:ea typeface="Manrope ExtraBold"/>
                <a:cs typeface="Manrope ExtraBold"/>
                <a:sym typeface="Manrope ExtraBold"/>
              </a:defRPr>
            </a:lvl2pPr>
            <a:lvl3pPr lvl="2">
              <a:spcBef>
                <a:spcPts val="0"/>
              </a:spcBef>
              <a:spcAft>
                <a:spcPts val="0"/>
              </a:spcAft>
              <a:buSzPts val="1200"/>
              <a:buFont typeface="Manrope ExtraBold"/>
              <a:buNone/>
              <a:defRPr sz="1200">
                <a:latin typeface="Manrope ExtraBold"/>
                <a:ea typeface="Manrope ExtraBold"/>
                <a:cs typeface="Manrope ExtraBold"/>
                <a:sym typeface="Manrope ExtraBold"/>
              </a:defRPr>
            </a:lvl3pPr>
            <a:lvl4pPr lvl="3">
              <a:spcBef>
                <a:spcPts val="0"/>
              </a:spcBef>
              <a:spcAft>
                <a:spcPts val="0"/>
              </a:spcAft>
              <a:buSzPts val="1200"/>
              <a:buFont typeface="Manrope ExtraBold"/>
              <a:buNone/>
              <a:defRPr sz="1200">
                <a:latin typeface="Manrope ExtraBold"/>
                <a:ea typeface="Manrope ExtraBold"/>
                <a:cs typeface="Manrope ExtraBold"/>
                <a:sym typeface="Manrope ExtraBold"/>
              </a:defRPr>
            </a:lvl4pPr>
            <a:lvl5pPr lvl="4">
              <a:spcBef>
                <a:spcPts val="0"/>
              </a:spcBef>
              <a:spcAft>
                <a:spcPts val="0"/>
              </a:spcAft>
              <a:buSzPts val="1200"/>
              <a:buFont typeface="Manrope ExtraBold"/>
              <a:buNone/>
              <a:defRPr sz="1200">
                <a:latin typeface="Manrope ExtraBold"/>
                <a:ea typeface="Manrope ExtraBold"/>
                <a:cs typeface="Manrope ExtraBold"/>
                <a:sym typeface="Manrope ExtraBold"/>
              </a:defRPr>
            </a:lvl5pPr>
            <a:lvl6pPr lvl="5">
              <a:spcBef>
                <a:spcPts val="0"/>
              </a:spcBef>
              <a:spcAft>
                <a:spcPts val="0"/>
              </a:spcAft>
              <a:buSzPts val="1200"/>
              <a:buFont typeface="Manrope ExtraBold"/>
              <a:buNone/>
              <a:defRPr sz="1200">
                <a:latin typeface="Manrope ExtraBold"/>
                <a:ea typeface="Manrope ExtraBold"/>
                <a:cs typeface="Manrope ExtraBold"/>
                <a:sym typeface="Manrope ExtraBold"/>
              </a:defRPr>
            </a:lvl6pPr>
            <a:lvl7pPr lvl="6">
              <a:spcBef>
                <a:spcPts val="0"/>
              </a:spcBef>
              <a:spcAft>
                <a:spcPts val="0"/>
              </a:spcAft>
              <a:buSzPts val="1200"/>
              <a:buFont typeface="Manrope ExtraBold"/>
              <a:buNone/>
              <a:defRPr sz="1200">
                <a:latin typeface="Manrope ExtraBold"/>
                <a:ea typeface="Manrope ExtraBold"/>
                <a:cs typeface="Manrope ExtraBold"/>
                <a:sym typeface="Manrope ExtraBold"/>
              </a:defRPr>
            </a:lvl7pPr>
            <a:lvl8pPr lvl="7">
              <a:spcBef>
                <a:spcPts val="0"/>
              </a:spcBef>
              <a:spcAft>
                <a:spcPts val="0"/>
              </a:spcAft>
              <a:buSzPts val="1200"/>
              <a:buFont typeface="Manrope ExtraBold"/>
              <a:buNone/>
              <a:defRPr sz="1200">
                <a:latin typeface="Manrope ExtraBold"/>
                <a:ea typeface="Manrope ExtraBold"/>
                <a:cs typeface="Manrope ExtraBold"/>
                <a:sym typeface="Manrope ExtraBold"/>
              </a:defRPr>
            </a:lvl8pPr>
            <a:lvl9pPr lvl="8">
              <a:spcBef>
                <a:spcPts val="0"/>
              </a:spcBef>
              <a:spcAft>
                <a:spcPts val="0"/>
              </a:spcAft>
              <a:buSzPts val="1200"/>
              <a:buFont typeface="Manrope ExtraBold"/>
              <a:buNone/>
              <a:defRPr sz="1200">
                <a:latin typeface="Manrope ExtraBold"/>
                <a:ea typeface="Manrope ExtraBold"/>
                <a:cs typeface="Manrope ExtraBold"/>
                <a:sym typeface="Manrope ExtraBold"/>
              </a:defRPr>
            </a:lvl9pPr>
          </a:lstStyle>
          <a:p>
            <a:endParaRPr/>
          </a:p>
        </p:txBody>
      </p:sp>
      <p:sp>
        <p:nvSpPr>
          <p:cNvPr id="837" name="Google Shape;837;p20"/>
          <p:cNvSpPr txBox="1">
            <a:spLocks noGrp="1"/>
          </p:cNvSpPr>
          <p:nvPr>
            <p:ph type="body" idx="5"/>
          </p:nvPr>
        </p:nvSpPr>
        <p:spPr>
          <a:xfrm>
            <a:off x="6254350" y="3682816"/>
            <a:ext cx="1636200" cy="778200"/>
          </a:xfrm>
          <a:prstGeom prst="rect">
            <a:avLst/>
          </a:prstGeom>
        </p:spPr>
        <p:txBody>
          <a:bodyPr spcFirstLastPara="1" wrap="square" lIns="91425" tIns="0" rIns="91425" bIns="91425" anchor="t" anchorCtr="0">
            <a:noAutofit/>
          </a:bodyPr>
          <a:lstStyle>
            <a:lvl1pPr marL="457200" lvl="0" indent="-292100">
              <a:spcBef>
                <a:spcPts val="0"/>
              </a:spcBef>
              <a:spcAft>
                <a:spcPts val="0"/>
              </a:spcAft>
              <a:buSzPts val="1000"/>
              <a:buChar char="●"/>
              <a:defRPr sz="1000"/>
            </a:lvl1pPr>
            <a:lvl2pPr marL="914400" lvl="1" indent="-292100">
              <a:spcBef>
                <a:spcPts val="800"/>
              </a:spcBef>
              <a:spcAft>
                <a:spcPts val="0"/>
              </a:spcAft>
              <a:buSzPts val="1000"/>
              <a:buChar char="○"/>
              <a:defRPr sz="1000"/>
            </a:lvl2pPr>
            <a:lvl3pPr marL="1371600" lvl="2" indent="-292100">
              <a:spcBef>
                <a:spcPts val="800"/>
              </a:spcBef>
              <a:spcAft>
                <a:spcPts val="0"/>
              </a:spcAft>
              <a:buSzPts val="1000"/>
              <a:buChar char="■"/>
              <a:defRPr sz="1000"/>
            </a:lvl3pPr>
            <a:lvl4pPr marL="1828800" lvl="3" indent="-292100">
              <a:spcBef>
                <a:spcPts val="800"/>
              </a:spcBef>
              <a:spcAft>
                <a:spcPts val="0"/>
              </a:spcAft>
              <a:buSzPts val="1000"/>
              <a:buChar char="●"/>
              <a:defRPr sz="1000"/>
            </a:lvl4pPr>
            <a:lvl5pPr marL="2286000" lvl="4" indent="-292100">
              <a:spcBef>
                <a:spcPts val="800"/>
              </a:spcBef>
              <a:spcAft>
                <a:spcPts val="0"/>
              </a:spcAft>
              <a:buSzPts val="1000"/>
              <a:buChar char="○"/>
              <a:defRPr sz="1000"/>
            </a:lvl5pPr>
            <a:lvl6pPr marL="2743200" lvl="5" indent="-292100">
              <a:spcBef>
                <a:spcPts val="800"/>
              </a:spcBef>
              <a:spcAft>
                <a:spcPts val="0"/>
              </a:spcAft>
              <a:buSzPts val="1000"/>
              <a:buChar char="■"/>
              <a:defRPr sz="1000"/>
            </a:lvl6pPr>
            <a:lvl7pPr marL="3200400" lvl="6" indent="-292100">
              <a:spcBef>
                <a:spcPts val="800"/>
              </a:spcBef>
              <a:spcAft>
                <a:spcPts val="0"/>
              </a:spcAft>
              <a:buSzPts val="1000"/>
              <a:buChar char="●"/>
              <a:defRPr sz="1000"/>
            </a:lvl7pPr>
            <a:lvl8pPr marL="3657600" lvl="7" indent="-292100">
              <a:spcBef>
                <a:spcPts val="800"/>
              </a:spcBef>
              <a:spcAft>
                <a:spcPts val="0"/>
              </a:spcAft>
              <a:buSzPts val="1000"/>
              <a:buChar char="○"/>
              <a:defRPr sz="1000"/>
            </a:lvl8pPr>
            <a:lvl9pPr marL="4114800" lvl="8" indent="-292100">
              <a:spcBef>
                <a:spcPts val="800"/>
              </a:spcBef>
              <a:spcAft>
                <a:spcPts val="800"/>
              </a:spcAft>
              <a:buSzPts val="1000"/>
              <a:buChar char="■"/>
              <a:defRPr sz="1000"/>
            </a:lvl9pPr>
          </a:lstStyle>
          <a:p>
            <a:endParaRPr/>
          </a:p>
        </p:txBody>
      </p:sp>
      <p:sp>
        <p:nvSpPr>
          <p:cNvPr id="838" name="Google Shape;838;p20"/>
          <p:cNvSpPr txBox="1">
            <a:spLocks noGrp="1"/>
          </p:cNvSpPr>
          <p:nvPr>
            <p:ph type="title" idx="6"/>
          </p:nvPr>
        </p:nvSpPr>
        <p:spPr>
          <a:xfrm>
            <a:off x="4844275" y="2277100"/>
            <a:ext cx="1363200" cy="4338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3000"/>
              <a:buFont typeface="Anton"/>
              <a:buNone/>
              <a:defRPr/>
            </a:lvl2pPr>
            <a:lvl3pPr lvl="2" algn="ctr">
              <a:spcBef>
                <a:spcPts val="0"/>
              </a:spcBef>
              <a:spcAft>
                <a:spcPts val="0"/>
              </a:spcAft>
              <a:buClr>
                <a:schemeClr val="lt1"/>
              </a:buClr>
              <a:buSzPts val="3000"/>
              <a:buFont typeface="Anton"/>
              <a:buNone/>
              <a:defRPr/>
            </a:lvl3pPr>
            <a:lvl4pPr lvl="3" algn="ctr">
              <a:spcBef>
                <a:spcPts val="0"/>
              </a:spcBef>
              <a:spcAft>
                <a:spcPts val="0"/>
              </a:spcAft>
              <a:buClr>
                <a:schemeClr val="lt1"/>
              </a:buClr>
              <a:buSzPts val="3000"/>
              <a:buFont typeface="Anton"/>
              <a:buNone/>
              <a:defRPr/>
            </a:lvl4pPr>
            <a:lvl5pPr lvl="4" algn="ctr">
              <a:spcBef>
                <a:spcPts val="0"/>
              </a:spcBef>
              <a:spcAft>
                <a:spcPts val="0"/>
              </a:spcAft>
              <a:buClr>
                <a:schemeClr val="lt1"/>
              </a:buClr>
              <a:buSzPts val="3000"/>
              <a:buFont typeface="Anton"/>
              <a:buNone/>
              <a:defRPr/>
            </a:lvl5pPr>
            <a:lvl6pPr lvl="5" algn="ctr">
              <a:spcBef>
                <a:spcPts val="0"/>
              </a:spcBef>
              <a:spcAft>
                <a:spcPts val="0"/>
              </a:spcAft>
              <a:buClr>
                <a:schemeClr val="lt1"/>
              </a:buClr>
              <a:buSzPts val="3000"/>
              <a:buFont typeface="Anton"/>
              <a:buNone/>
              <a:defRPr/>
            </a:lvl6pPr>
            <a:lvl7pPr lvl="6" algn="ctr">
              <a:spcBef>
                <a:spcPts val="0"/>
              </a:spcBef>
              <a:spcAft>
                <a:spcPts val="0"/>
              </a:spcAft>
              <a:buClr>
                <a:schemeClr val="lt1"/>
              </a:buClr>
              <a:buSzPts val="3000"/>
              <a:buFont typeface="Anton"/>
              <a:buNone/>
              <a:defRPr/>
            </a:lvl7pPr>
            <a:lvl8pPr lvl="7" algn="ctr">
              <a:spcBef>
                <a:spcPts val="0"/>
              </a:spcBef>
              <a:spcAft>
                <a:spcPts val="0"/>
              </a:spcAft>
              <a:buClr>
                <a:schemeClr val="lt1"/>
              </a:buClr>
              <a:buSzPts val="3000"/>
              <a:buFont typeface="Anton"/>
              <a:buNone/>
              <a:defRPr/>
            </a:lvl8pPr>
            <a:lvl9pPr lvl="8" algn="ctr">
              <a:spcBef>
                <a:spcPts val="0"/>
              </a:spcBef>
              <a:spcAft>
                <a:spcPts val="0"/>
              </a:spcAft>
              <a:buClr>
                <a:schemeClr val="lt1"/>
              </a:buClr>
              <a:buSzPts val="3000"/>
              <a:buFont typeface="Anton"/>
              <a:buNone/>
              <a:defRPr/>
            </a:lvl9pPr>
          </a:lstStyle>
          <a:p>
            <a:endParaRPr/>
          </a:p>
        </p:txBody>
      </p:sp>
      <p:sp>
        <p:nvSpPr>
          <p:cNvPr id="839" name="Google Shape;839;p20"/>
          <p:cNvSpPr txBox="1">
            <a:spLocks noGrp="1"/>
          </p:cNvSpPr>
          <p:nvPr>
            <p:ph type="subTitle" idx="7"/>
          </p:nvPr>
        </p:nvSpPr>
        <p:spPr>
          <a:xfrm>
            <a:off x="4844325" y="2702150"/>
            <a:ext cx="1363200" cy="261000"/>
          </a:xfrm>
          <a:prstGeom prst="rect">
            <a:avLst/>
          </a:prstGeom>
        </p:spPr>
        <p:txBody>
          <a:bodyPr spcFirstLastPara="1" wrap="square" lIns="91425" tIns="91425" rIns="91425" bIns="91425" anchor="ctr" anchorCtr="0">
            <a:noAutofit/>
          </a:bodyPr>
          <a:lstStyle>
            <a:lvl1pPr lvl="0" algn="ctr">
              <a:spcBef>
                <a:spcPts val="0"/>
              </a:spcBef>
              <a:spcAft>
                <a:spcPts val="0"/>
              </a:spcAft>
              <a:buSzPts val="1000"/>
              <a:buNone/>
              <a:defRPr sz="1000"/>
            </a:lvl1pPr>
            <a:lvl2pPr lvl="1" algn="ctr">
              <a:spcBef>
                <a:spcPts val="800"/>
              </a:spcBef>
              <a:spcAft>
                <a:spcPts val="0"/>
              </a:spcAft>
              <a:buSzPts val="1000"/>
              <a:buNone/>
              <a:defRPr sz="1000"/>
            </a:lvl2pPr>
            <a:lvl3pPr lvl="2" algn="ctr">
              <a:spcBef>
                <a:spcPts val="800"/>
              </a:spcBef>
              <a:spcAft>
                <a:spcPts val="0"/>
              </a:spcAft>
              <a:buSzPts val="1000"/>
              <a:buNone/>
              <a:defRPr sz="1000"/>
            </a:lvl3pPr>
            <a:lvl4pPr lvl="3" algn="ctr">
              <a:spcBef>
                <a:spcPts val="800"/>
              </a:spcBef>
              <a:spcAft>
                <a:spcPts val="0"/>
              </a:spcAft>
              <a:buSzPts val="1000"/>
              <a:buNone/>
              <a:defRPr sz="1000"/>
            </a:lvl4pPr>
            <a:lvl5pPr lvl="4" algn="ctr">
              <a:spcBef>
                <a:spcPts val="800"/>
              </a:spcBef>
              <a:spcAft>
                <a:spcPts val="0"/>
              </a:spcAft>
              <a:buSzPts val="1000"/>
              <a:buNone/>
              <a:defRPr sz="1000"/>
            </a:lvl5pPr>
            <a:lvl6pPr lvl="5" algn="ctr">
              <a:spcBef>
                <a:spcPts val="800"/>
              </a:spcBef>
              <a:spcAft>
                <a:spcPts val="0"/>
              </a:spcAft>
              <a:buSzPts val="1000"/>
              <a:buNone/>
              <a:defRPr sz="1000"/>
            </a:lvl6pPr>
            <a:lvl7pPr lvl="6" algn="ctr">
              <a:spcBef>
                <a:spcPts val="800"/>
              </a:spcBef>
              <a:spcAft>
                <a:spcPts val="0"/>
              </a:spcAft>
              <a:buSzPts val="1000"/>
              <a:buNone/>
              <a:defRPr sz="1000"/>
            </a:lvl7pPr>
            <a:lvl8pPr lvl="7" algn="ctr">
              <a:spcBef>
                <a:spcPts val="800"/>
              </a:spcBef>
              <a:spcAft>
                <a:spcPts val="0"/>
              </a:spcAft>
              <a:buSzPts val="1000"/>
              <a:buNone/>
              <a:defRPr sz="1000"/>
            </a:lvl8pPr>
            <a:lvl9pPr lvl="8" algn="ctr">
              <a:spcBef>
                <a:spcPts val="800"/>
              </a:spcBef>
              <a:spcAft>
                <a:spcPts val="800"/>
              </a:spcAft>
              <a:buSzPts val="1000"/>
              <a:buNone/>
              <a:defRPr sz="1000"/>
            </a:lvl9pPr>
          </a:lstStyle>
          <a:p>
            <a:endParaRPr/>
          </a:p>
        </p:txBody>
      </p:sp>
      <p:sp>
        <p:nvSpPr>
          <p:cNvPr id="840" name="Google Shape;840;p20"/>
          <p:cNvSpPr txBox="1">
            <a:spLocks noGrp="1"/>
          </p:cNvSpPr>
          <p:nvPr>
            <p:ph type="title" idx="8"/>
          </p:nvPr>
        </p:nvSpPr>
        <p:spPr>
          <a:xfrm>
            <a:off x="4844275" y="3581862"/>
            <a:ext cx="1363200" cy="4338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3000"/>
              <a:buFont typeface="Anton"/>
              <a:buNone/>
              <a:defRPr/>
            </a:lvl2pPr>
            <a:lvl3pPr lvl="2" algn="ctr">
              <a:spcBef>
                <a:spcPts val="0"/>
              </a:spcBef>
              <a:spcAft>
                <a:spcPts val="0"/>
              </a:spcAft>
              <a:buClr>
                <a:schemeClr val="lt1"/>
              </a:buClr>
              <a:buSzPts val="3000"/>
              <a:buFont typeface="Anton"/>
              <a:buNone/>
              <a:defRPr/>
            </a:lvl3pPr>
            <a:lvl4pPr lvl="3" algn="ctr">
              <a:spcBef>
                <a:spcPts val="0"/>
              </a:spcBef>
              <a:spcAft>
                <a:spcPts val="0"/>
              </a:spcAft>
              <a:buClr>
                <a:schemeClr val="lt1"/>
              </a:buClr>
              <a:buSzPts val="3000"/>
              <a:buFont typeface="Anton"/>
              <a:buNone/>
              <a:defRPr/>
            </a:lvl4pPr>
            <a:lvl5pPr lvl="4" algn="ctr">
              <a:spcBef>
                <a:spcPts val="0"/>
              </a:spcBef>
              <a:spcAft>
                <a:spcPts val="0"/>
              </a:spcAft>
              <a:buClr>
                <a:schemeClr val="lt1"/>
              </a:buClr>
              <a:buSzPts val="3000"/>
              <a:buFont typeface="Anton"/>
              <a:buNone/>
              <a:defRPr/>
            </a:lvl5pPr>
            <a:lvl6pPr lvl="5" algn="ctr">
              <a:spcBef>
                <a:spcPts val="0"/>
              </a:spcBef>
              <a:spcAft>
                <a:spcPts val="0"/>
              </a:spcAft>
              <a:buClr>
                <a:schemeClr val="lt1"/>
              </a:buClr>
              <a:buSzPts val="3000"/>
              <a:buFont typeface="Anton"/>
              <a:buNone/>
              <a:defRPr/>
            </a:lvl6pPr>
            <a:lvl7pPr lvl="6" algn="ctr">
              <a:spcBef>
                <a:spcPts val="0"/>
              </a:spcBef>
              <a:spcAft>
                <a:spcPts val="0"/>
              </a:spcAft>
              <a:buClr>
                <a:schemeClr val="lt1"/>
              </a:buClr>
              <a:buSzPts val="3000"/>
              <a:buFont typeface="Anton"/>
              <a:buNone/>
              <a:defRPr/>
            </a:lvl7pPr>
            <a:lvl8pPr lvl="7" algn="ctr">
              <a:spcBef>
                <a:spcPts val="0"/>
              </a:spcBef>
              <a:spcAft>
                <a:spcPts val="0"/>
              </a:spcAft>
              <a:buClr>
                <a:schemeClr val="lt1"/>
              </a:buClr>
              <a:buSzPts val="3000"/>
              <a:buFont typeface="Anton"/>
              <a:buNone/>
              <a:defRPr/>
            </a:lvl8pPr>
            <a:lvl9pPr lvl="8" algn="ctr">
              <a:spcBef>
                <a:spcPts val="0"/>
              </a:spcBef>
              <a:spcAft>
                <a:spcPts val="0"/>
              </a:spcAft>
              <a:buClr>
                <a:schemeClr val="lt1"/>
              </a:buClr>
              <a:buSzPts val="3000"/>
              <a:buFont typeface="Anton"/>
              <a:buNone/>
              <a:defRPr/>
            </a:lvl9pPr>
          </a:lstStyle>
          <a:p>
            <a:endParaRPr/>
          </a:p>
        </p:txBody>
      </p:sp>
      <p:sp>
        <p:nvSpPr>
          <p:cNvPr id="841" name="Google Shape;841;p20"/>
          <p:cNvSpPr txBox="1">
            <a:spLocks noGrp="1"/>
          </p:cNvSpPr>
          <p:nvPr>
            <p:ph type="subTitle" idx="9"/>
          </p:nvPr>
        </p:nvSpPr>
        <p:spPr>
          <a:xfrm>
            <a:off x="4844325" y="4006913"/>
            <a:ext cx="1363200" cy="261000"/>
          </a:xfrm>
          <a:prstGeom prst="rect">
            <a:avLst/>
          </a:prstGeom>
        </p:spPr>
        <p:txBody>
          <a:bodyPr spcFirstLastPara="1" wrap="square" lIns="91425" tIns="91425" rIns="91425" bIns="91425" anchor="ctr" anchorCtr="0">
            <a:noAutofit/>
          </a:bodyPr>
          <a:lstStyle>
            <a:lvl1pPr lvl="0" algn="ctr">
              <a:spcBef>
                <a:spcPts val="0"/>
              </a:spcBef>
              <a:spcAft>
                <a:spcPts val="0"/>
              </a:spcAft>
              <a:buSzPts val="1000"/>
              <a:buNone/>
              <a:defRPr sz="1000"/>
            </a:lvl1pPr>
            <a:lvl2pPr lvl="1" algn="ctr">
              <a:spcBef>
                <a:spcPts val="800"/>
              </a:spcBef>
              <a:spcAft>
                <a:spcPts val="0"/>
              </a:spcAft>
              <a:buSzPts val="1000"/>
              <a:buNone/>
              <a:defRPr sz="1000"/>
            </a:lvl2pPr>
            <a:lvl3pPr lvl="2" algn="ctr">
              <a:spcBef>
                <a:spcPts val="800"/>
              </a:spcBef>
              <a:spcAft>
                <a:spcPts val="0"/>
              </a:spcAft>
              <a:buSzPts val="1000"/>
              <a:buNone/>
              <a:defRPr sz="1000"/>
            </a:lvl3pPr>
            <a:lvl4pPr lvl="3" algn="ctr">
              <a:spcBef>
                <a:spcPts val="800"/>
              </a:spcBef>
              <a:spcAft>
                <a:spcPts val="0"/>
              </a:spcAft>
              <a:buSzPts val="1000"/>
              <a:buNone/>
              <a:defRPr sz="1000"/>
            </a:lvl4pPr>
            <a:lvl5pPr lvl="4" algn="ctr">
              <a:spcBef>
                <a:spcPts val="800"/>
              </a:spcBef>
              <a:spcAft>
                <a:spcPts val="0"/>
              </a:spcAft>
              <a:buSzPts val="1000"/>
              <a:buNone/>
              <a:defRPr sz="1000"/>
            </a:lvl5pPr>
            <a:lvl6pPr lvl="5" algn="ctr">
              <a:spcBef>
                <a:spcPts val="800"/>
              </a:spcBef>
              <a:spcAft>
                <a:spcPts val="0"/>
              </a:spcAft>
              <a:buSzPts val="1000"/>
              <a:buNone/>
              <a:defRPr sz="1000"/>
            </a:lvl6pPr>
            <a:lvl7pPr lvl="6" algn="ctr">
              <a:spcBef>
                <a:spcPts val="800"/>
              </a:spcBef>
              <a:spcAft>
                <a:spcPts val="0"/>
              </a:spcAft>
              <a:buSzPts val="1000"/>
              <a:buNone/>
              <a:defRPr sz="1000"/>
            </a:lvl7pPr>
            <a:lvl8pPr lvl="7" algn="ctr">
              <a:spcBef>
                <a:spcPts val="800"/>
              </a:spcBef>
              <a:spcAft>
                <a:spcPts val="0"/>
              </a:spcAft>
              <a:buSzPts val="1000"/>
              <a:buNone/>
              <a:defRPr sz="1000"/>
            </a:lvl8pPr>
            <a:lvl9pPr lvl="8" algn="ctr">
              <a:spcBef>
                <a:spcPts val="800"/>
              </a:spcBef>
              <a:spcAft>
                <a:spcPts val="800"/>
              </a:spcAft>
              <a:buSzPts val="1000"/>
              <a:buNone/>
              <a:defRPr sz="1000"/>
            </a:lvl9pPr>
          </a:lstStyle>
          <a:p>
            <a:endParaRPr/>
          </a:p>
        </p:txBody>
      </p:sp>
      <p:sp>
        <p:nvSpPr>
          <p:cNvPr id="842" name="Google Shape;842;p20"/>
          <p:cNvSpPr txBox="1">
            <a:spLocks noGrp="1"/>
          </p:cNvSpPr>
          <p:nvPr>
            <p:ph type="body" idx="13"/>
          </p:nvPr>
        </p:nvSpPr>
        <p:spPr>
          <a:xfrm>
            <a:off x="4831275" y="508775"/>
            <a:ext cx="3005100" cy="12537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sz="1000"/>
            </a:lvl1pPr>
            <a:lvl2pPr marL="914400" lvl="1" indent="-292100">
              <a:spcBef>
                <a:spcPts val="800"/>
              </a:spcBef>
              <a:spcAft>
                <a:spcPts val="0"/>
              </a:spcAft>
              <a:buSzPts val="1000"/>
              <a:buChar char="○"/>
              <a:defRPr sz="1000"/>
            </a:lvl2pPr>
            <a:lvl3pPr marL="1371600" lvl="2" indent="-292100">
              <a:spcBef>
                <a:spcPts val="800"/>
              </a:spcBef>
              <a:spcAft>
                <a:spcPts val="0"/>
              </a:spcAft>
              <a:buSzPts val="1000"/>
              <a:buChar char="■"/>
              <a:defRPr sz="1000"/>
            </a:lvl3pPr>
            <a:lvl4pPr marL="1828800" lvl="3" indent="-292100">
              <a:spcBef>
                <a:spcPts val="800"/>
              </a:spcBef>
              <a:spcAft>
                <a:spcPts val="0"/>
              </a:spcAft>
              <a:buSzPts val="1000"/>
              <a:buChar char="●"/>
              <a:defRPr sz="1000"/>
            </a:lvl4pPr>
            <a:lvl5pPr marL="2286000" lvl="4" indent="-292100">
              <a:spcBef>
                <a:spcPts val="800"/>
              </a:spcBef>
              <a:spcAft>
                <a:spcPts val="0"/>
              </a:spcAft>
              <a:buSzPts val="1000"/>
              <a:buChar char="○"/>
              <a:defRPr sz="1000"/>
            </a:lvl5pPr>
            <a:lvl6pPr marL="2743200" lvl="5" indent="-292100">
              <a:spcBef>
                <a:spcPts val="800"/>
              </a:spcBef>
              <a:spcAft>
                <a:spcPts val="0"/>
              </a:spcAft>
              <a:buSzPts val="1000"/>
              <a:buChar char="■"/>
              <a:defRPr sz="1000"/>
            </a:lvl6pPr>
            <a:lvl7pPr marL="3200400" lvl="6" indent="-292100">
              <a:spcBef>
                <a:spcPts val="800"/>
              </a:spcBef>
              <a:spcAft>
                <a:spcPts val="0"/>
              </a:spcAft>
              <a:buSzPts val="1000"/>
              <a:buChar char="●"/>
              <a:defRPr sz="1000"/>
            </a:lvl7pPr>
            <a:lvl8pPr marL="3657600" lvl="7" indent="-292100">
              <a:spcBef>
                <a:spcPts val="800"/>
              </a:spcBef>
              <a:spcAft>
                <a:spcPts val="0"/>
              </a:spcAft>
              <a:buSzPts val="1000"/>
              <a:buChar char="○"/>
              <a:defRPr sz="1000"/>
            </a:lvl8pPr>
            <a:lvl9pPr marL="4114800" lvl="8" indent="-292100">
              <a:spcBef>
                <a:spcPts val="800"/>
              </a:spcBef>
              <a:spcAft>
                <a:spcPts val="800"/>
              </a:spcAft>
              <a:buSzPts val="1000"/>
              <a:buChar char="■"/>
              <a:defRPr sz="10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Quarterly Goal">
  <p:cSld name="CUSTOM_1_1_3_1_2">
    <p:spTree>
      <p:nvGrpSpPr>
        <p:cNvPr id="1" name="Shape 843"/>
        <p:cNvGrpSpPr/>
        <p:nvPr/>
      </p:nvGrpSpPr>
      <p:grpSpPr>
        <a:xfrm>
          <a:off x="0" y="0"/>
          <a:ext cx="0" cy="0"/>
          <a:chOff x="0" y="0"/>
          <a:chExt cx="0" cy="0"/>
        </a:xfrm>
      </p:grpSpPr>
      <p:grpSp>
        <p:nvGrpSpPr>
          <p:cNvPr id="844" name="Google Shape;844;p21"/>
          <p:cNvGrpSpPr/>
          <p:nvPr/>
        </p:nvGrpSpPr>
        <p:grpSpPr>
          <a:xfrm>
            <a:off x="392964" y="576950"/>
            <a:ext cx="8764835" cy="4114800"/>
            <a:chOff x="374175" y="576950"/>
            <a:chExt cx="8783280" cy="4114800"/>
          </a:xfrm>
        </p:grpSpPr>
        <p:cxnSp>
          <p:nvCxnSpPr>
            <p:cNvPr id="845" name="Google Shape;845;p21"/>
            <p:cNvCxnSpPr/>
            <p:nvPr/>
          </p:nvCxnSpPr>
          <p:spPr>
            <a:xfrm>
              <a:off x="374175" y="576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46" name="Google Shape;846;p21"/>
            <p:cNvCxnSpPr/>
            <p:nvPr/>
          </p:nvCxnSpPr>
          <p:spPr>
            <a:xfrm>
              <a:off x="380655" y="1110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47" name="Google Shape;847;p21"/>
            <p:cNvCxnSpPr/>
            <p:nvPr/>
          </p:nvCxnSpPr>
          <p:spPr>
            <a:xfrm>
              <a:off x="380655" y="16437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48" name="Google Shape;848;p21"/>
            <p:cNvCxnSpPr/>
            <p:nvPr/>
          </p:nvCxnSpPr>
          <p:spPr>
            <a:xfrm>
              <a:off x="380655" y="2100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49" name="Google Shape;849;p21"/>
            <p:cNvCxnSpPr/>
            <p:nvPr/>
          </p:nvCxnSpPr>
          <p:spPr>
            <a:xfrm>
              <a:off x="380655" y="2634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50" name="Google Shape;850;p21"/>
            <p:cNvCxnSpPr/>
            <p:nvPr/>
          </p:nvCxnSpPr>
          <p:spPr>
            <a:xfrm>
              <a:off x="380655" y="31677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51" name="Google Shape;851;p21"/>
            <p:cNvCxnSpPr/>
            <p:nvPr/>
          </p:nvCxnSpPr>
          <p:spPr>
            <a:xfrm>
              <a:off x="380655" y="3624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52" name="Google Shape;852;p21"/>
            <p:cNvCxnSpPr/>
            <p:nvPr/>
          </p:nvCxnSpPr>
          <p:spPr>
            <a:xfrm>
              <a:off x="380655" y="4158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53" name="Google Shape;853;p21"/>
            <p:cNvCxnSpPr/>
            <p:nvPr/>
          </p:nvCxnSpPr>
          <p:spPr>
            <a:xfrm>
              <a:off x="380655" y="4691750"/>
              <a:ext cx="8776800" cy="0"/>
            </a:xfrm>
            <a:prstGeom prst="straightConnector1">
              <a:avLst/>
            </a:prstGeom>
            <a:noFill/>
            <a:ln w="9525" cap="flat" cmpd="sng">
              <a:solidFill>
                <a:schemeClr val="accent5"/>
              </a:solidFill>
              <a:prstDash val="solid"/>
              <a:round/>
              <a:headEnd type="none" w="sm" len="sm"/>
              <a:tailEnd type="none" w="sm" len="sm"/>
            </a:ln>
          </p:spPr>
        </p:cxnSp>
      </p:grpSp>
      <p:sp>
        <p:nvSpPr>
          <p:cNvPr id="854" name="Google Shape;854;p21"/>
          <p:cNvSpPr txBox="1">
            <a:spLocks noGrp="1"/>
          </p:cNvSpPr>
          <p:nvPr>
            <p:ph type="subTitle" idx="1"/>
          </p:nvPr>
        </p:nvSpPr>
        <p:spPr>
          <a:xfrm>
            <a:off x="3063300" y="413950"/>
            <a:ext cx="2445000" cy="9111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5" name="Google Shape;855;p21"/>
          <p:cNvSpPr txBox="1">
            <a:spLocks noGrp="1"/>
          </p:cNvSpPr>
          <p:nvPr>
            <p:ph type="title"/>
          </p:nvPr>
        </p:nvSpPr>
        <p:spPr>
          <a:xfrm>
            <a:off x="513300" y="419950"/>
            <a:ext cx="2641500" cy="1015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
        <p:nvSpPr>
          <p:cNvPr id="856" name="Google Shape;856;p21"/>
          <p:cNvSpPr txBox="1">
            <a:spLocks noGrp="1"/>
          </p:cNvSpPr>
          <p:nvPr>
            <p:ph type="title" idx="2"/>
          </p:nvPr>
        </p:nvSpPr>
        <p:spPr>
          <a:xfrm>
            <a:off x="1060026" y="1816375"/>
            <a:ext cx="2181900" cy="2364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9pPr>
          </a:lstStyle>
          <a:p>
            <a:endParaRPr/>
          </a:p>
        </p:txBody>
      </p:sp>
      <p:sp>
        <p:nvSpPr>
          <p:cNvPr id="857" name="Google Shape;857;p21"/>
          <p:cNvSpPr txBox="1">
            <a:spLocks noGrp="1"/>
          </p:cNvSpPr>
          <p:nvPr>
            <p:ph type="body" idx="3"/>
          </p:nvPr>
        </p:nvSpPr>
        <p:spPr>
          <a:xfrm>
            <a:off x="1059900" y="2124925"/>
            <a:ext cx="2181900" cy="363300"/>
          </a:xfrm>
          <a:prstGeom prst="rect">
            <a:avLst/>
          </a:prstGeom>
        </p:spPr>
        <p:txBody>
          <a:bodyPr spcFirstLastPara="1" wrap="square" lIns="91425" tIns="0" rIns="91425" bIns="0" anchor="t" anchorCtr="0">
            <a:normAutofit/>
          </a:bodyPr>
          <a:lstStyle>
            <a:lvl1pPr marL="457200" lvl="0" indent="-292100">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
        <p:nvSpPr>
          <p:cNvPr id="858" name="Google Shape;858;p21"/>
          <p:cNvSpPr txBox="1">
            <a:spLocks noGrp="1"/>
          </p:cNvSpPr>
          <p:nvPr>
            <p:ph type="title" idx="4"/>
          </p:nvPr>
        </p:nvSpPr>
        <p:spPr>
          <a:xfrm rot="132356">
            <a:off x="955546" y="2826529"/>
            <a:ext cx="2182317" cy="236571"/>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9pPr>
          </a:lstStyle>
          <a:p>
            <a:endParaRPr/>
          </a:p>
        </p:txBody>
      </p:sp>
      <p:sp>
        <p:nvSpPr>
          <p:cNvPr id="859" name="Google Shape;859;p21"/>
          <p:cNvSpPr txBox="1">
            <a:spLocks noGrp="1"/>
          </p:cNvSpPr>
          <p:nvPr>
            <p:ph type="body" idx="5"/>
          </p:nvPr>
        </p:nvSpPr>
        <p:spPr>
          <a:xfrm rot="132356">
            <a:off x="941064" y="3134798"/>
            <a:ext cx="2182317" cy="363274"/>
          </a:xfrm>
          <a:prstGeom prst="rect">
            <a:avLst/>
          </a:prstGeom>
        </p:spPr>
        <p:txBody>
          <a:bodyPr spcFirstLastPara="1" wrap="square" lIns="91425" tIns="0" rIns="91425" bIns="0" anchor="t" anchorCtr="0">
            <a:normAutofit/>
          </a:bodyPr>
          <a:lstStyle>
            <a:lvl1pPr marL="457200" lvl="0" indent="-292100">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
        <p:nvSpPr>
          <p:cNvPr id="860" name="Google Shape;860;p21"/>
          <p:cNvSpPr txBox="1">
            <a:spLocks noGrp="1"/>
          </p:cNvSpPr>
          <p:nvPr>
            <p:ph type="title" idx="6"/>
          </p:nvPr>
        </p:nvSpPr>
        <p:spPr>
          <a:xfrm>
            <a:off x="980676" y="3873125"/>
            <a:ext cx="2181900" cy="2364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9pPr>
          </a:lstStyle>
          <a:p>
            <a:endParaRPr/>
          </a:p>
        </p:txBody>
      </p:sp>
      <p:sp>
        <p:nvSpPr>
          <p:cNvPr id="861" name="Google Shape;861;p21"/>
          <p:cNvSpPr txBox="1">
            <a:spLocks noGrp="1"/>
          </p:cNvSpPr>
          <p:nvPr>
            <p:ph type="body" idx="7"/>
          </p:nvPr>
        </p:nvSpPr>
        <p:spPr>
          <a:xfrm>
            <a:off x="980550" y="4181675"/>
            <a:ext cx="2181900" cy="363300"/>
          </a:xfrm>
          <a:prstGeom prst="rect">
            <a:avLst/>
          </a:prstGeom>
        </p:spPr>
        <p:txBody>
          <a:bodyPr spcFirstLastPara="1" wrap="square" lIns="91425" tIns="0" rIns="91425" bIns="0" anchor="t" anchorCtr="0">
            <a:normAutofit/>
          </a:bodyPr>
          <a:lstStyle>
            <a:lvl1pPr marL="457200" lvl="0" indent="-292100">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
        <p:nvSpPr>
          <p:cNvPr id="862" name="Google Shape;862;p21"/>
          <p:cNvSpPr txBox="1">
            <a:spLocks noGrp="1"/>
          </p:cNvSpPr>
          <p:nvPr>
            <p:ph type="title" idx="8"/>
          </p:nvPr>
        </p:nvSpPr>
        <p:spPr>
          <a:xfrm rot="126099">
            <a:off x="4508764" y="2120094"/>
            <a:ext cx="1766989" cy="23626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9pPr>
          </a:lstStyle>
          <a:p>
            <a:endParaRPr/>
          </a:p>
        </p:txBody>
      </p:sp>
      <p:sp>
        <p:nvSpPr>
          <p:cNvPr id="863" name="Google Shape;863;p21"/>
          <p:cNvSpPr txBox="1">
            <a:spLocks noGrp="1"/>
          </p:cNvSpPr>
          <p:nvPr>
            <p:ph type="body" idx="9"/>
          </p:nvPr>
        </p:nvSpPr>
        <p:spPr>
          <a:xfrm rot="125772">
            <a:off x="4492678" y="2428187"/>
            <a:ext cx="1763380" cy="499236"/>
          </a:xfrm>
          <a:prstGeom prst="rect">
            <a:avLst/>
          </a:prstGeom>
        </p:spPr>
        <p:txBody>
          <a:bodyPr spcFirstLastPara="1" wrap="square" lIns="91425" tIns="0" rIns="91425" bIns="0" anchor="t" anchorCtr="0">
            <a:normAutofit/>
          </a:bodyPr>
          <a:lstStyle>
            <a:lvl1pPr marL="457200" lvl="0" indent="-292100">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
        <p:nvSpPr>
          <p:cNvPr id="864" name="Google Shape;864;p21"/>
          <p:cNvSpPr txBox="1">
            <a:spLocks noGrp="1"/>
          </p:cNvSpPr>
          <p:nvPr>
            <p:ph type="title" idx="13"/>
          </p:nvPr>
        </p:nvSpPr>
        <p:spPr>
          <a:xfrm>
            <a:off x="7140350" y="2580150"/>
            <a:ext cx="1377000" cy="3945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9pPr>
          </a:lstStyle>
          <a:p>
            <a:endParaRPr/>
          </a:p>
        </p:txBody>
      </p:sp>
      <p:sp>
        <p:nvSpPr>
          <p:cNvPr id="865" name="Google Shape;865;p21"/>
          <p:cNvSpPr txBox="1">
            <a:spLocks noGrp="1"/>
          </p:cNvSpPr>
          <p:nvPr>
            <p:ph type="body" idx="14"/>
          </p:nvPr>
        </p:nvSpPr>
        <p:spPr>
          <a:xfrm>
            <a:off x="7142825" y="3047175"/>
            <a:ext cx="1377000" cy="827700"/>
          </a:xfrm>
          <a:prstGeom prst="rect">
            <a:avLst/>
          </a:prstGeom>
        </p:spPr>
        <p:txBody>
          <a:bodyPr spcFirstLastPara="1" wrap="square" lIns="91425" tIns="0" rIns="91425" bIns="0" anchor="t" anchorCtr="0">
            <a:normAutofit/>
          </a:bodyPr>
          <a:lstStyle>
            <a:lvl1pPr marL="457200" lvl="0" indent="-292100">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
        <p:nvSpPr>
          <p:cNvPr id="866" name="Google Shape;866;p21"/>
          <p:cNvSpPr txBox="1">
            <a:spLocks noGrp="1"/>
          </p:cNvSpPr>
          <p:nvPr>
            <p:ph type="title" idx="15"/>
          </p:nvPr>
        </p:nvSpPr>
        <p:spPr>
          <a:xfrm>
            <a:off x="4505150" y="3400100"/>
            <a:ext cx="1725000" cy="2364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sz="1000" b="1">
                <a:latin typeface="Manrope"/>
                <a:ea typeface="Manrope"/>
                <a:cs typeface="Manrope"/>
                <a:sym typeface="Manrope"/>
              </a:defRPr>
            </a:lvl9pPr>
          </a:lstStyle>
          <a:p>
            <a:endParaRPr/>
          </a:p>
        </p:txBody>
      </p:sp>
      <p:sp>
        <p:nvSpPr>
          <p:cNvPr id="867" name="Google Shape;867;p21"/>
          <p:cNvSpPr txBox="1">
            <a:spLocks noGrp="1"/>
          </p:cNvSpPr>
          <p:nvPr>
            <p:ph type="body" idx="16"/>
          </p:nvPr>
        </p:nvSpPr>
        <p:spPr>
          <a:xfrm>
            <a:off x="4505025" y="3708650"/>
            <a:ext cx="1725000" cy="527100"/>
          </a:xfrm>
          <a:prstGeom prst="rect">
            <a:avLst/>
          </a:prstGeom>
        </p:spPr>
        <p:txBody>
          <a:bodyPr spcFirstLastPara="1" wrap="square" lIns="91425" tIns="0" rIns="91425" bIns="0" anchor="t" anchorCtr="0">
            <a:normAutofit/>
          </a:bodyPr>
          <a:lstStyle>
            <a:lvl1pPr marL="457200" lvl="0" indent="-292100">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ustom Background Title">
  <p:cSld name="CUSTOM_1_1_1_1_1_2">
    <p:bg>
      <p:bgPr>
        <a:solidFill>
          <a:schemeClr val="accent3"/>
        </a:solidFill>
        <a:effectLst/>
      </p:bgPr>
    </p:bg>
    <p:spTree>
      <p:nvGrpSpPr>
        <p:cNvPr id="1" name="Shape 868"/>
        <p:cNvGrpSpPr/>
        <p:nvPr/>
      </p:nvGrpSpPr>
      <p:grpSpPr>
        <a:xfrm>
          <a:off x="0" y="0"/>
          <a:ext cx="0" cy="0"/>
          <a:chOff x="0" y="0"/>
          <a:chExt cx="0" cy="0"/>
        </a:xfrm>
      </p:grpSpPr>
      <p:sp>
        <p:nvSpPr>
          <p:cNvPr id="869" name="Google Shape;869;p22"/>
          <p:cNvSpPr/>
          <p:nvPr/>
        </p:nvSpPr>
        <p:spPr>
          <a:xfrm rot="10800000">
            <a:off x="7960900" y="-13950"/>
            <a:ext cx="1192200" cy="1198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70" name="Google Shape;870;p22"/>
          <p:cNvSpPr/>
          <p:nvPr/>
        </p:nvSpPr>
        <p:spPr>
          <a:xfrm>
            <a:off x="7735575" y="-10150"/>
            <a:ext cx="1428750" cy="1320800"/>
          </a:xfrm>
          <a:custGeom>
            <a:avLst/>
            <a:gdLst/>
            <a:ahLst/>
            <a:cxnLst/>
            <a:rect l="l" t="t" r="r" b="b"/>
            <a:pathLst>
              <a:path w="57150" h="52832" extrusionOk="0">
                <a:moveTo>
                  <a:pt x="4572" y="0"/>
                </a:moveTo>
                <a:lnTo>
                  <a:pt x="0" y="51308"/>
                </a:lnTo>
                <a:lnTo>
                  <a:pt x="57150" y="52832"/>
                </a:lnTo>
                <a:lnTo>
                  <a:pt x="57150" y="47752"/>
                </a:lnTo>
                <a:lnTo>
                  <a:pt x="9144" y="0"/>
                </a:lnTo>
                <a:close/>
              </a:path>
            </a:pathLst>
          </a:custGeom>
          <a:solidFill>
            <a:schemeClr val="dk1"/>
          </a:solidFill>
          <a:ln>
            <a:noFill/>
          </a:ln>
        </p:spPr>
      </p:sp>
      <p:sp>
        <p:nvSpPr>
          <p:cNvPr id="871" name="Google Shape;871;p22"/>
          <p:cNvSpPr txBox="1">
            <a:spLocks noGrp="1"/>
          </p:cNvSpPr>
          <p:nvPr>
            <p:ph type="title"/>
          </p:nvPr>
        </p:nvSpPr>
        <p:spPr>
          <a:xfrm>
            <a:off x="508875" y="1998400"/>
            <a:ext cx="6149700" cy="1847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6000"/>
              <a:buNone/>
              <a:defRPr sz="6000" b="0"/>
            </a:lvl1pPr>
            <a:lvl2pPr lvl="1">
              <a:spcBef>
                <a:spcPts val="0"/>
              </a:spcBef>
              <a:spcAft>
                <a:spcPts val="0"/>
              </a:spcAft>
              <a:buClr>
                <a:schemeClr val="lt1"/>
              </a:buClr>
              <a:buSzPts val="6000"/>
              <a:buNone/>
              <a:defRPr sz="6000"/>
            </a:lvl2pPr>
            <a:lvl3pPr lvl="2">
              <a:spcBef>
                <a:spcPts val="0"/>
              </a:spcBef>
              <a:spcAft>
                <a:spcPts val="0"/>
              </a:spcAft>
              <a:buClr>
                <a:schemeClr val="lt1"/>
              </a:buClr>
              <a:buSzPts val="6000"/>
              <a:buNone/>
              <a:defRPr sz="6000"/>
            </a:lvl3pPr>
            <a:lvl4pPr lvl="3">
              <a:spcBef>
                <a:spcPts val="0"/>
              </a:spcBef>
              <a:spcAft>
                <a:spcPts val="0"/>
              </a:spcAft>
              <a:buClr>
                <a:schemeClr val="lt1"/>
              </a:buClr>
              <a:buSzPts val="6000"/>
              <a:buNone/>
              <a:defRPr sz="6000"/>
            </a:lvl4pPr>
            <a:lvl5pPr lvl="4">
              <a:spcBef>
                <a:spcPts val="0"/>
              </a:spcBef>
              <a:spcAft>
                <a:spcPts val="0"/>
              </a:spcAft>
              <a:buClr>
                <a:schemeClr val="lt1"/>
              </a:buClr>
              <a:buSzPts val="6000"/>
              <a:buNone/>
              <a:defRPr sz="6000"/>
            </a:lvl5pPr>
            <a:lvl6pPr lvl="5">
              <a:spcBef>
                <a:spcPts val="0"/>
              </a:spcBef>
              <a:spcAft>
                <a:spcPts val="0"/>
              </a:spcAft>
              <a:buClr>
                <a:schemeClr val="lt1"/>
              </a:buClr>
              <a:buSzPts val="6000"/>
              <a:buNone/>
              <a:defRPr sz="6000"/>
            </a:lvl6pPr>
            <a:lvl7pPr lvl="6">
              <a:spcBef>
                <a:spcPts val="0"/>
              </a:spcBef>
              <a:spcAft>
                <a:spcPts val="0"/>
              </a:spcAft>
              <a:buClr>
                <a:schemeClr val="lt1"/>
              </a:buClr>
              <a:buSzPts val="6000"/>
              <a:buNone/>
              <a:defRPr sz="6000"/>
            </a:lvl7pPr>
            <a:lvl8pPr lvl="7">
              <a:spcBef>
                <a:spcPts val="0"/>
              </a:spcBef>
              <a:spcAft>
                <a:spcPts val="0"/>
              </a:spcAft>
              <a:buClr>
                <a:schemeClr val="lt1"/>
              </a:buClr>
              <a:buSzPts val="6000"/>
              <a:buNone/>
              <a:defRPr sz="6000"/>
            </a:lvl8pPr>
            <a:lvl9pPr lvl="8">
              <a:spcBef>
                <a:spcPts val="0"/>
              </a:spcBef>
              <a:spcAft>
                <a:spcPts val="0"/>
              </a:spcAft>
              <a:buClr>
                <a:schemeClr val="lt1"/>
              </a:buClr>
              <a:buSzPts val="6000"/>
              <a:buNone/>
              <a:defRPr sz="6000"/>
            </a:lvl9pPr>
          </a:lstStyle>
          <a:p>
            <a:endParaRPr/>
          </a:p>
        </p:txBody>
      </p:sp>
      <p:sp>
        <p:nvSpPr>
          <p:cNvPr id="872" name="Google Shape;872;p22"/>
          <p:cNvSpPr txBox="1">
            <a:spLocks noGrp="1"/>
          </p:cNvSpPr>
          <p:nvPr>
            <p:ph type="body" idx="1"/>
          </p:nvPr>
        </p:nvSpPr>
        <p:spPr>
          <a:xfrm>
            <a:off x="508950" y="3845575"/>
            <a:ext cx="4499700" cy="869700"/>
          </a:xfrm>
          <a:prstGeom prst="rect">
            <a:avLst/>
          </a:prstGeom>
        </p:spPr>
        <p:txBody>
          <a:bodyPr spcFirstLastPara="1" wrap="square" lIns="91425" tIns="91425" rIns="91425" bIns="91425" anchor="t" anchorCtr="0">
            <a:spAutoFit/>
          </a:bodyPr>
          <a:lstStyle>
            <a:lvl1pPr marL="457200" lvl="0" indent="-292100">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
        <p:nvSpPr>
          <p:cNvPr id="873" name="Google Shape;873;p22"/>
          <p:cNvSpPr txBox="1">
            <a:spLocks noGrp="1"/>
          </p:cNvSpPr>
          <p:nvPr>
            <p:ph type="subTitle" idx="2"/>
          </p:nvPr>
        </p:nvSpPr>
        <p:spPr>
          <a:xfrm rot="-252596">
            <a:off x="5199023" y="3875031"/>
            <a:ext cx="1487514" cy="689167"/>
          </a:xfrm>
          <a:prstGeom prst="rect">
            <a:avLst/>
          </a:prstGeom>
        </p:spPr>
        <p:txBody>
          <a:bodyPr spcFirstLastPara="1" wrap="square" lIns="182875" tIns="91425" rIns="182875" bIns="91425" anchor="ctr" anchorCtr="0">
            <a:noAutofit/>
          </a:bodyPr>
          <a:lstStyle>
            <a:lvl1pPr lvl="0" algn="ctr">
              <a:spcBef>
                <a:spcPts val="0"/>
              </a:spcBef>
              <a:spcAft>
                <a:spcPts val="0"/>
              </a:spcAft>
              <a:buSzPts val="1200"/>
              <a:buNone/>
              <a:defRPr b="1"/>
            </a:lvl1pPr>
            <a:lvl2pPr lvl="1" algn="ctr">
              <a:spcBef>
                <a:spcPts val="800"/>
              </a:spcBef>
              <a:spcAft>
                <a:spcPts val="0"/>
              </a:spcAft>
              <a:buSzPts val="1000"/>
              <a:buNone/>
              <a:defRPr sz="1000" b="1"/>
            </a:lvl2pPr>
            <a:lvl3pPr lvl="2" algn="ctr">
              <a:spcBef>
                <a:spcPts val="800"/>
              </a:spcBef>
              <a:spcAft>
                <a:spcPts val="0"/>
              </a:spcAft>
              <a:buSzPts val="1000"/>
              <a:buNone/>
              <a:defRPr sz="1000" b="1"/>
            </a:lvl3pPr>
            <a:lvl4pPr lvl="3" algn="ctr">
              <a:spcBef>
                <a:spcPts val="800"/>
              </a:spcBef>
              <a:spcAft>
                <a:spcPts val="0"/>
              </a:spcAft>
              <a:buSzPts val="1000"/>
              <a:buNone/>
              <a:defRPr sz="1000" b="1"/>
            </a:lvl4pPr>
            <a:lvl5pPr lvl="4" algn="ctr">
              <a:spcBef>
                <a:spcPts val="800"/>
              </a:spcBef>
              <a:spcAft>
                <a:spcPts val="0"/>
              </a:spcAft>
              <a:buSzPts val="1000"/>
              <a:buNone/>
              <a:defRPr sz="1000" b="1"/>
            </a:lvl5pPr>
            <a:lvl6pPr lvl="5" algn="ctr">
              <a:spcBef>
                <a:spcPts val="800"/>
              </a:spcBef>
              <a:spcAft>
                <a:spcPts val="0"/>
              </a:spcAft>
              <a:buSzPts val="1000"/>
              <a:buNone/>
              <a:defRPr sz="1000" b="1"/>
            </a:lvl6pPr>
            <a:lvl7pPr lvl="6" algn="ctr">
              <a:spcBef>
                <a:spcPts val="800"/>
              </a:spcBef>
              <a:spcAft>
                <a:spcPts val="0"/>
              </a:spcAft>
              <a:buSzPts val="1000"/>
              <a:buNone/>
              <a:defRPr sz="1000" b="1"/>
            </a:lvl7pPr>
            <a:lvl8pPr lvl="7" algn="ctr">
              <a:spcBef>
                <a:spcPts val="800"/>
              </a:spcBef>
              <a:spcAft>
                <a:spcPts val="0"/>
              </a:spcAft>
              <a:buSzPts val="1000"/>
              <a:buNone/>
              <a:defRPr sz="1000" b="1"/>
            </a:lvl8pPr>
            <a:lvl9pPr lvl="8" algn="ctr">
              <a:spcBef>
                <a:spcPts val="800"/>
              </a:spcBef>
              <a:spcAft>
                <a:spcPts val="800"/>
              </a:spcAft>
              <a:buSzPts val="1000"/>
              <a:buNone/>
              <a:defRPr sz="1000" b="1"/>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4 Notes with dark background">
  <p:cSld name="CUSTOM_1_1_1_4">
    <p:bg>
      <p:bgPr>
        <a:solidFill>
          <a:schemeClr val="lt1"/>
        </a:solidFill>
        <a:effectLst/>
      </p:bgPr>
    </p:bg>
    <p:spTree>
      <p:nvGrpSpPr>
        <p:cNvPr id="1" name="Shape 874"/>
        <p:cNvGrpSpPr/>
        <p:nvPr/>
      </p:nvGrpSpPr>
      <p:grpSpPr>
        <a:xfrm>
          <a:off x="0" y="0"/>
          <a:ext cx="0" cy="0"/>
          <a:chOff x="0" y="0"/>
          <a:chExt cx="0" cy="0"/>
        </a:xfrm>
      </p:grpSpPr>
      <p:sp>
        <p:nvSpPr>
          <p:cNvPr id="875" name="Google Shape;875;p23"/>
          <p:cNvSpPr/>
          <p:nvPr/>
        </p:nvSpPr>
        <p:spPr>
          <a:xfrm>
            <a:off x="835200" y="149400"/>
            <a:ext cx="158400" cy="158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76" name="Google Shape;876;p23"/>
          <p:cNvSpPr/>
          <p:nvPr/>
        </p:nvSpPr>
        <p:spPr>
          <a:xfrm>
            <a:off x="3273600" y="149400"/>
            <a:ext cx="158400" cy="158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77" name="Google Shape;877;p23"/>
          <p:cNvSpPr/>
          <p:nvPr/>
        </p:nvSpPr>
        <p:spPr>
          <a:xfrm>
            <a:off x="5712000" y="149400"/>
            <a:ext cx="158400" cy="158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878" name="Google Shape;878;p23"/>
          <p:cNvSpPr/>
          <p:nvPr/>
        </p:nvSpPr>
        <p:spPr>
          <a:xfrm>
            <a:off x="8150400" y="149400"/>
            <a:ext cx="158400" cy="158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cxnSp>
        <p:nvCxnSpPr>
          <p:cNvPr id="879" name="Google Shape;879;p23"/>
          <p:cNvCxnSpPr/>
          <p:nvPr/>
        </p:nvCxnSpPr>
        <p:spPr>
          <a:xfrm>
            <a:off x="0" y="457191"/>
            <a:ext cx="9140400" cy="0"/>
          </a:xfrm>
          <a:prstGeom prst="straightConnector1">
            <a:avLst/>
          </a:prstGeom>
          <a:noFill/>
          <a:ln w="9525" cap="flat" cmpd="sng">
            <a:solidFill>
              <a:schemeClr val="accent4"/>
            </a:solidFill>
            <a:prstDash val="solid"/>
            <a:round/>
            <a:headEnd type="none" w="sm" len="sm"/>
            <a:tailEnd type="none" w="sm" len="sm"/>
          </a:ln>
        </p:spPr>
      </p:cxnSp>
      <p:cxnSp>
        <p:nvCxnSpPr>
          <p:cNvPr id="880" name="Google Shape;880;p23"/>
          <p:cNvCxnSpPr/>
          <p:nvPr/>
        </p:nvCxnSpPr>
        <p:spPr>
          <a:xfrm>
            <a:off x="0" y="524791"/>
            <a:ext cx="9140400" cy="0"/>
          </a:xfrm>
          <a:prstGeom prst="straightConnector1">
            <a:avLst/>
          </a:prstGeom>
          <a:noFill/>
          <a:ln w="9525" cap="flat" cmpd="sng">
            <a:solidFill>
              <a:schemeClr val="accent4"/>
            </a:solidFill>
            <a:prstDash val="solid"/>
            <a:round/>
            <a:headEnd type="none" w="sm" len="sm"/>
            <a:tailEnd type="none" w="sm" len="sm"/>
          </a:ln>
        </p:spPr>
      </p:cxnSp>
      <p:sp>
        <p:nvSpPr>
          <p:cNvPr id="881" name="Google Shape;881;p23"/>
          <p:cNvSpPr txBox="1">
            <a:spLocks noGrp="1"/>
          </p:cNvSpPr>
          <p:nvPr>
            <p:ph type="title"/>
          </p:nvPr>
        </p:nvSpPr>
        <p:spPr>
          <a:xfrm>
            <a:off x="2563250" y="1900525"/>
            <a:ext cx="1767000" cy="1174200"/>
          </a:xfrm>
          <a:prstGeom prst="rect">
            <a:avLst/>
          </a:prstGeom>
        </p:spPr>
        <p:txBody>
          <a:bodyPr spcFirstLastPara="1" wrap="square" lIns="91425" tIns="91425" rIns="91425" bIns="91425" anchor="ctr" anchorCtr="0">
            <a:noAutofit/>
          </a:bodyPr>
          <a:lstStyle>
            <a:lvl1pPr lvl="0">
              <a:lnSpc>
                <a:spcPct val="115000"/>
              </a:lnSpc>
              <a:spcBef>
                <a:spcPts val="0"/>
              </a:spcBef>
              <a:spcAft>
                <a:spcPts val="0"/>
              </a:spcAft>
              <a:buClr>
                <a:schemeClr val="dk1"/>
              </a:buClr>
              <a:buSzPts val="900"/>
              <a:buFont typeface="Arial"/>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882" name="Google Shape;882;p23"/>
          <p:cNvSpPr txBox="1">
            <a:spLocks noGrp="1"/>
          </p:cNvSpPr>
          <p:nvPr>
            <p:ph type="title" idx="2"/>
          </p:nvPr>
        </p:nvSpPr>
        <p:spPr>
          <a:xfrm rot="-261567">
            <a:off x="710939" y="1685986"/>
            <a:ext cx="1847044" cy="1173986"/>
          </a:xfrm>
          <a:prstGeom prst="rect">
            <a:avLst/>
          </a:prstGeom>
        </p:spPr>
        <p:txBody>
          <a:bodyPr spcFirstLastPara="1" wrap="square" lIns="274300" tIns="91425" rIns="91425" bIns="91425" anchor="ctr" anchorCtr="0">
            <a:sp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883" name="Google Shape;883;p23"/>
          <p:cNvSpPr txBox="1">
            <a:spLocks noGrp="1"/>
          </p:cNvSpPr>
          <p:nvPr>
            <p:ph type="title" idx="3"/>
          </p:nvPr>
        </p:nvSpPr>
        <p:spPr>
          <a:xfrm rot="520">
            <a:off x="4330173" y="1683025"/>
            <a:ext cx="1981500" cy="1310700"/>
          </a:xfrm>
          <a:prstGeom prst="rect">
            <a:avLst/>
          </a:prstGeom>
        </p:spPr>
        <p:txBody>
          <a:bodyPr spcFirstLastPara="1" wrap="square" lIns="274300" tIns="91425" rIns="91425" bIns="91425" anchor="ctr" anchorCtr="0">
            <a:no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884" name="Google Shape;884;p23"/>
          <p:cNvSpPr txBox="1">
            <a:spLocks noGrp="1"/>
          </p:cNvSpPr>
          <p:nvPr>
            <p:ph type="title" idx="4"/>
          </p:nvPr>
        </p:nvSpPr>
        <p:spPr>
          <a:xfrm rot="158281">
            <a:off x="6392594" y="1886282"/>
            <a:ext cx="1981500" cy="1310588"/>
          </a:xfrm>
          <a:prstGeom prst="rect">
            <a:avLst/>
          </a:prstGeom>
        </p:spPr>
        <p:txBody>
          <a:bodyPr spcFirstLastPara="1" wrap="square" lIns="274300" tIns="91425" rIns="91425" bIns="91425" anchor="ctr" anchorCtr="0">
            <a:no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885" name="Google Shape;885;p23"/>
          <p:cNvSpPr txBox="1">
            <a:spLocks noGrp="1"/>
          </p:cNvSpPr>
          <p:nvPr>
            <p:ph type="title" idx="5"/>
          </p:nvPr>
        </p:nvSpPr>
        <p:spPr>
          <a:xfrm rot="-204021">
            <a:off x="3560217" y="3689616"/>
            <a:ext cx="1608432" cy="681005"/>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1200"/>
              <a:buFont typeface="Manrope"/>
              <a:buNone/>
              <a:defRPr sz="1200">
                <a:solidFill>
                  <a:schemeClr val="dk1"/>
                </a:solidFill>
                <a:latin typeface="Manrope"/>
                <a:ea typeface="Manrope"/>
                <a:cs typeface="Manrope"/>
                <a:sym typeface="Manrope"/>
              </a:defRPr>
            </a:lvl1pPr>
            <a:lvl2pPr lvl="1" algn="ctr">
              <a:spcBef>
                <a:spcPts val="0"/>
              </a:spcBef>
              <a:spcAft>
                <a:spcPts val="0"/>
              </a:spcAft>
              <a:buClr>
                <a:schemeClr val="dk1"/>
              </a:buClr>
              <a:buSzPts val="1200"/>
              <a:buFont typeface="Manrope"/>
              <a:buNone/>
              <a:defRPr sz="1200" b="1">
                <a:solidFill>
                  <a:schemeClr val="dk1"/>
                </a:solidFill>
                <a:latin typeface="Manrope"/>
                <a:ea typeface="Manrope"/>
                <a:cs typeface="Manrope"/>
                <a:sym typeface="Manrope"/>
              </a:defRPr>
            </a:lvl2pPr>
            <a:lvl3pPr lvl="2" algn="ctr">
              <a:spcBef>
                <a:spcPts val="0"/>
              </a:spcBef>
              <a:spcAft>
                <a:spcPts val="0"/>
              </a:spcAft>
              <a:buClr>
                <a:schemeClr val="dk1"/>
              </a:buClr>
              <a:buSzPts val="1200"/>
              <a:buFont typeface="Manrope"/>
              <a:buNone/>
              <a:defRPr sz="1200" b="1">
                <a:solidFill>
                  <a:schemeClr val="dk1"/>
                </a:solidFill>
                <a:latin typeface="Manrope"/>
                <a:ea typeface="Manrope"/>
                <a:cs typeface="Manrope"/>
                <a:sym typeface="Manrope"/>
              </a:defRPr>
            </a:lvl3pPr>
            <a:lvl4pPr lvl="3" algn="ctr">
              <a:spcBef>
                <a:spcPts val="0"/>
              </a:spcBef>
              <a:spcAft>
                <a:spcPts val="0"/>
              </a:spcAft>
              <a:buClr>
                <a:schemeClr val="dk1"/>
              </a:buClr>
              <a:buSzPts val="1200"/>
              <a:buFont typeface="Manrope"/>
              <a:buNone/>
              <a:defRPr sz="1200" b="1">
                <a:solidFill>
                  <a:schemeClr val="dk1"/>
                </a:solidFill>
                <a:latin typeface="Manrope"/>
                <a:ea typeface="Manrope"/>
                <a:cs typeface="Manrope"/>
                <a:sym typeface="Manrope"/>
              </a:defRPr>
            </a:lvl4pPr>
            <a:lvl5pPr lvl="4" algn="ctr">
              <a:spcBef>
                <a:spcPts val="0"/>
              </a:spcBef>
              <a:spcAft>
                <a:spcPts val="0"/>
              </a:spcAft>
              <a:buClr>
                <a:schemeClr val="dk1"/>
              </a:buClr>
              <a:buSzPts val="1200"/>
              <a:buFont typeface="Manrope"/>
              <a:buNone/>
              <a:defRPr sz="1200" b="1">
                <a:solidFill>
                  <a:schemeClr val="dk1"/>
                </a:solidFill>
                <a:latin typeface="Manrope"/>
                <a:ea typeface="Manrope"/>
                <a:cs typeface="Manrope"/>
                <a:sym typeface="Manrope"/>
              </a:defRPr>
            </a:lvl5pPr>
            <a:lvl6pPr lvl="5" algn="ctr">
              <a:spcBef>
                <a:spcPts val="0"/>
              </a:spcBef>
              <a:spcAft>
                <a:spcPts val="0"/>
              </a:spcAft>
              <a:buClr>
                <a:schemeClr val="dk1"/>
              </a:buClr>
              <a:buSzPts val="1200"/>
              <a:buFont typeface="Manrope"/>
              <a:buNone/>
              <a:defRPr sz="1200" b="1">
                <a:solidFill>
                  <a:schemeClr val="dk1"/>
                </a:solidFill>
                <a:latin typeface="Manrope"/>
                <a:ea typeface="Manrope"/>
                <a:cs typeface="Manrope"/>
                <a:sym typeface="Manrope"/>
              </a:defRPr>
            </a:lvl6pPr>
            <a:lvl7pPr lvl="6" algn="ctr">
              <a:spcBef>
                <a:spcPts val="0"/>
              </a:spcBef>
              <a:spcAft>
                <a:spcPts val="0"/>
              </a:spcAft>
              <a:buClr>
                <a:schemeClr val="dk1"/>
              </a:buClr>
              <a:buSzPts val="1200"/>
              <a:buFont typeface="Manrope"/>
              <a:buNone/>
              <a:defRPr sz="1200" b="1">
                <a:solidFill>
                  <a:schemeClr val="dk1"/>
                </a:solidFill>
                <a:latin typeface="Manrope"/>
                <a:ea typeface="Manrope"/>
                <a:cs typeface="Manrope"/>
                <a:sym typeface="Manrope"/>
              </a:defRPr>
            </a:lvl7pPr>
            <a:lvl8pPr lvl="7" algn="ctr">
              <a:spcBef>
                <a:spcPts val="0"/>
              </a:spcBef>
              <a:spcAft>
                <a:spcPts val="0"/>
              </a:spcAft>
              <a:buClr>
                <a:schemeClr val="dk1"/>
              </a:buClr>
              <a:buSzPts val="1200"/>
              <a:buFont typeface="Manrope"/>
              <a:buNone/>
              <a:defRPr sz="1200" b="1">
                <a:solidFill>
                  <a:schemeClr val="dk1"/>
                </a:solidFill>
                <a:latin typeface="Manrope"/>
                <a:ea typeface="Manrope"/>
                <a:cs typeface="Manrope"/>
                <a:sym typeface="Manrope"/>
              </a:defRPr>
            </a:lvl8pPr>
            <a:lvl9pPr lvl="8" algn="ctr">
              <a:spcBef>
                <a:spcPts val="0"/>
              </a:spcBef>
              <a:spcAft>
                <a:spcPts val="0"/>
              </a:spcAft>
              <a:buClr>
                <a:schemeClr val="dk1"/>
              </a:buClr>
              <a:buSzPts val="1200"/>
              <a:buFont typeface="Manrope"/>
              <a:buNone/>
              <a:defRPr sz="1200" b="1">
                <a:solidFill>
                  <a:schemeClr val="dk1"/>
                </a:solidFill>
                <a:latin typeface="Manrope"/>
                <a:ea typeface="Manrope"/>
                <a:cs typeface="Manrope"/>
                <a:sym typeface="Manrop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Headline and Subtitle - Alt 1">
  <p:cSld name="CUSTOM_1_1_3_1_3">
    <p:spTree>
      <p:nvGrpSpPr>
        <p:cNvPr id="1" name="Shape 886"/>
        <p:cNvGrpSpPr/>
        <p:nvPr/>
      </p:nvGrpSpPr>
      <p:grpSpPr>
        <a:xfrm>
          <a:off x="0" y="0"/>
          <a:ext cx="0" cy="0"/>
          <a:chOff x="0" y="0"/>
          <a:chExt cx="0" cy="0"/>
        </a:xfrm>
      </p:grpSpPr>
      <p:grpSp>
        <p:nvGrpSpPr>
          <p:cNvPr id="887" name="Google Shape;887;p24"/>
          <p:cNvGrpSpPr/>
          <p:nvPr/>
        </p:nvGrpSpPr>
        <p:grpSpPr>
          <a:xfrm>
            <a:off x="392964" y="576950"/>
            <a:ext cx="8764835" cy="4114800"/>
            <a:chOff x="374175" y="576950"/>
            <a:chExt cx="8783280" cy="4114800"/>
          </a:xfrm>
        </p:grpSpPr>
        <p:cxnSp>
          <p:nvCxnSpPr>
            <p:cNvPr id="888" name="Google Shape;888;p24"/>
            <p:cNvCxnSpPr/>
            <p:nvPr/>
          </p:nvCxnSpPr>
          <p:spPr>
            <a:xfrm>
              <a:off x="374175" y="576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89" name="Google Shape;889;p24"/>
            <p:cNvCxnSpPr/>
            <p:nvPr/>
          </p:nvCxnSpPr>
          <p:spPr>
            <a:xfrm>
              <a:off x="380655" y="1110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90" name="Google Shape;890;p24"/>
            <p:cNvCxnSpPr/>
            <p:nvPr/>
          </p:nvCxnSpPr>
          <p:spPr>
            <a:xfrm>
              <a:off x="380655" y="16437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91" name="Google Shape;891;p24"/>
            <p:cNvCxnSpPr/>
            <p:nvPr/>
          </p:nvCxnSpPr>
          <p:spPr>
            <a:xfrm>
              <a:off x="380655" y="2100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92" name="Google Shape;892;p24"/>
            <p:cNvCxnSpPr/>
            <p:nvPr/>
          </p:nvCxnSpPr>
          <p:spPr>
            <a:xfrm>
              <a:off x="380655" y="2634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93" name="Google Shape;893;p24"/>
            <p:cNvCxnSpPr/>
            <p:nvPr/>
          </p:nvCxnSpPr>
          <p:spPr>
            <a:xfrm>
              <a:off x="380655" y="31677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94" name="Google Shape;894;p24"/>
            <p:cNvCxnSpPr/>
            <p:nvPr/>
          </p:nvCxnSpPr>
          <p:spPr>
            <a:xfrm>
              <a:off x="380655" y="36249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95" name="Google Shape;895;p24"/>
            <p:cNvCxnSpPr/>
            <p:nvPr/>
          </p:nvCxnSpPr>
          <p:spPr>
            <a:xfrm>
              <a:off x="380655" y="4158350"/>
              <a:ext cx="8776800" cy="0"/>
            </a:xfrm>
            <a:prstGeom prst="straightConnector1">
              <a:avLst/>
            </a:prstGeom>
            <a:noFill/>
            <a:ln w="9525" cap="flat" cmpd="sng">
              <a:solidFill>
                <a:schemeClr val="accent5"/>
              </a:solidFill>
              <a:prstDash val="solid"/>
              <a:round/>
              <a:headEnd type="none" w="sm" len="sm"/>
              <a:tailEnd type="none" w="sm" len="sm"/>
            </a:ln>
          </p:spPr>
        </p:cxnSp>
        <p:cxnSp>
          <p:nvCxnSpPr>
            <p:cNvPr id="896" name="Google Shape;896;p24"/>
            <p:cNvCxnSpPr/>
            <p:nvPr/>
          </p:nvCxnSpPr>
          <p:spPr>
            <a:xfrm>
              <a:off x="380655" y="4691750"/>
              <a:ext cx="8776800" cy="0"/>
            </a:xfrm>
            <a:prstGeom prst="straightConnector1">
              <a:avLst/>
            </a:prstGeom>
            <a:noFill/>
            <a:ln w="9525" cap="flat" cmpd="sng">
              <a:solidFill>
                <a:schemeClr val="accent5"/>
              </a:solidFill>
              <a:prstDash val="solid"/>
              <a:round/>
              <a:headEnd type="none" w="sm" len="sm"/>
              <a:tailEnd type="none" w="sm" len="sm"/>
            </a:ln>
          </p:spPr>
        </p:cxnSp>
      </p:grpSp>
      <p:cxnSp>
        <p:nvCxnSpPr>
          <p:cNvPr id="897" name="Google Shape;897;p24"/>
          <p:cNvCxnSpPr/>
          <p:nvPr/>
        </p:nvCxnSpPr>
        <p:spPr>
          <a:xfrm>
            <a:off x="392950" y="-20266"/>
            <a:ext cx="0" cy="5165700"/>
          </a:xfrm>
          <a:prstGeom prst="straightConnector1">
            <a:avLst/>
          </a:prstGeom>
          <a:noFill/>
          <a:ln w="9525" cap="flat" cmpd="sng">
            <a:solidFill>
              <a:schemeClr val="accent5"/>
            </a:solidFill>
            <a:prstDash val="solid"/>
            <a:round/>
            <a:headEnd type="none" w="sm" len="sm"/>
            <a:tailEnd type="none" w="sm" len="sm"/>
          </a:ln>
        </p:spPr>
      </p:cxnSp>
      <p:grpSp>
        <p:nvGrpSpPr>
          <p:cNvPr id="898" name="Google Shape;898;p24"/>
          <p:cNvGrpSpPr/>
          <p:nvPr/>
        </p:nvGrpSpPr>
        <p:grpSpPr>
          <a:xfrm>
            <a:off x="114421" y="175123"/>
            <a:ext cx="134104" cy="4750255"/>
            <a:chOff x="114421" y="175123"/>
            <a:chExt cx="134104" cy="4750255"/>
          </a:xfrm>
        </p:grpSpPr>
        <p:grpSp>
          <p:nvGrpSpPr>
            <p:cNvPr id="899" name="Google Shape;899;p24"/>
            <p:cNvGrpSpPr/>
            <p:nvPr/>
          </p:nvGrpSpPr>
          <p:grpSpPr>
            <a:xfrm>
              <a:off x="114421" y="175123"/>
              <a:ext cx="134104" cy="4334807"/>
              <a:chOff x="5432271" y="383100"/>
              <a:chExt cx="137854" cy="4456010"/>
            </a:xfrm>
          </p:grpSpPr>
          <p:grpSp>
            <p:nvGrpSpPr>
              <p:cNvPr id="900" name="Google Shape;900;p24"/>
              <p:cNvGrpSpPr/>
              <p:nvPr/>
            </p:nvGrpSpPr>
            <p:grpSpPr>
              <a:xfrm>
                <a:off x="5432271" y="383100"/>
                <a:ext cx="137854" cy="981668"/>
                <a:chOff x="5432271" y="383100"/>
                <a:chExt cx="137854" cy="981668"/>
              </a:xfrm>
            </p:grpSpPr>
            <p:sp>
              <p:nvSpPr>
                <p:cNvPr id="901" name="Google Shape;901;p24"/>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902" name="Google Shape;902;p24"/>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903" name="Google Shape;903;p24"/>
                <p:cNvSpPr/>
                <p:nvPr/>
              </p:nvSpPr>
              <p:spPr>
                <a:xfrm>
                  <a:off x="5433925" y="1233968"/>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904" name="Google Shape;904;p24"/>
              <p:cNvGrpSpPr/>
              <p:nvPr/>
            </p:nvGrpSpPr>
            <p:grpSpPr>
              <a:xfrm>
                <a:off x="5432271" y="1678500"/>
                <a:ext cx="137854" cy="981668"/>
                <a:chOff x="5432271" y="383100"/>
                <a:chExt cx="137854" cy="981668"/>
              </a:xfrm>
            </p:grpSpPr>
            <p:sp>
              <p:nvSpPr>
                <p:cNvPr id="905" name="Google Shape;905;p24"/>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906" name="Google Shape;906;p24"/>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907" name="Google Shape;907;p24"/>
                <p:cNvSpPr/>
                <p:nvPr/>
              </p:nvSpPr>
              <p:spPr>
                <a:xfrm>
                  <a:off x="5433925" y="1233968"/>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908" name="Google Shape;908;p24"/>
              <p:cNvGrpSpPr/>
              <p:nvPr/>
            </p:nvGrpSpPr>
            <p:grpSpPr>
              <a:xfrm>
                <a:off x="5432271" y="2973900"/>
                <a:ext cx="137854" cy="981668"/>
                <a:chOff x="5432271" y="383100"/>
                <a:chExt cx="137854" cy="981668"/>
              </a:xfrm>
            </p:grpSpPr>
            <p:sp>
              <p:nvSpPr>
                <p:cNvPr id="909" name="Google Shape;909;p24"/>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910" name="Google Shape;910;p24"/>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911" name="Google Shape;911;p24"/>
                <p:cNvSpPr/>
                <p:nvPr/>
              </p:nvSpPr>
              <p:spPr>
                <a:xfrm>
                  <a:off x="5433925" y="1233968"/>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nvGrpSpPr>
              <p:cNvPr id="912" name="Google Shape;912;p24"/>
              <p:cNvGrpSpPr/>
              <p:nvPr/>
            </p:nvGrpSpPr>
            <p:grpSpPr>
              <a:xfrm>
                <a:off x="5432271" y="4269300"/>
                <a:ext cx="137854" cy="569810"/>
                <a:chOff x="5432271" y="383100"/>
                <a:chExt cx="137854" cy="569810"/>
              </a:xfrm>
            </p:grpSpPr>
            <p:sp>
              <p:nvSpPr>
                <p:cNvPr id="913" name="Google Shape;913;p24"/>
                <p:cNvSpPr/>
                <p:nvPr/>
              </p:nvSpPr>
              <p:spPr>
                <a:xfrm>
                  <a:off x="5432271" y="38310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sp>
              <p:nvSpPr>
                <p:cNvPr id="914" name="Google Shape;914;p24"/>
                <p:cNvSpPr/>
                <p:nvPr/>
              </p:nvSpPr>
              <p:spPr>
                <a:xfrm>
                  <a:off x="5433925" y="822110"/>
                  <a:ext cx="136200" cy="1308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grpSp>
        <p:sp>
          <p:nvSpPr>
            <p:cNvPr id="915" name="Google Shape;915;p24"/>
            <p:cNvSpPr/>
            <p:nvPr/>
          </p:nvSpPr>
          <p:spPr>
            <a:xfrm>
              <a:off x="115150" y="4798178"/>
              <a:ext cx="132600" cy="1272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anrope"/>
                <a:ea typeface="Manrope"/>
                <a:cs typeface="Manrope"/>
                <a:sym typeface="Manrope"/>
              </a:endParaRPr>
            </a:p>
          </p:txBody>
        </p:sp>
      </p:grpSp>
      <p:sp>
        <p:nvSpPr>
          <p:cNvPr id="916" name="Google Shape;916;p24"/>
          <p:cNvSpPr txBox="1">
            <a:spLocks noGrp="1"/>
          </p:cNvSpPr>
          <p:nvPr>
            <p:ph type="subTitle" idx="1"/>
          </p:nvPr>
        </p:nvSpPr>
        <p:spPr>
          <a:xfrm>
            <a:off x="3063300" y="413950"/>
            <a:ext cx="2445000" cy="9111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7" name="Google Shape;917;p24"/>
          <p:cNvSpPr txBox="1">
            <a:spLocks noGrp="1"/>
          </p:cNvSpPr>
          <p:nvPr>
            <p:ph type="title"/>
          </p:nvPr>
        </p:nvSpPr>
        <p:spPr>
          <a:xfrm>
            <a:off x="513300" y="419950"/>
            <a:ext cx="2641500" cy="10158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8" name="Google Shape;918;p24"/>
          <p:cNvSpPr txBox="1">
            <a:spLocks noGrp="1"/>
          </p:cNvSpPr>
          <p:nvPr>
            <p:ph type="subTitle" idx="2"/>
          </p:nvPr>
        </p:nvSpPr>
        <p:spPr>
          <a:xfrm>
            <a:off x="1541800" y="1729550"/>
            <a:ext cx="786300" cy="3657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a:endParaRPr/>
          </a:p>
        </p:txBody>
      </p:sp>
      <p:sp>
        <p:nvSpPr>
          <p:cNvPr id="919" name="Google Shape;919;p24"/>
          <p:cNvSpPr txBox="1">
            <a:spLocks noGrp="1"/>
          </p:cNvSpPr>
          <p:nvPr>
            <p:ph type="subTitle" idx="3"/>
          </p:nvPr>
        </p:nvSpPr>
        <p:spPr>
          <a:xfrm>
            <a:off x="3423025" y="1729550"/>
            <a:ext cx="786300" cy="3657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a:endParaRPr/>
          </a:p>
        </p:txBody>
      </p:sp>
      <p:sp>
        <p:nvSpPr>
          <p:cNvPr id="920" name="Google Shape;920;p24"/>
          <p:cNvSpPr txBox="1">
            <a:spLocks noGrp="1"/>
          </p:cNvSpPr>
          <p:nvPr>
            <p:ph type="subTitle" idx="4"/>
          </p:nvPr>
        </p:nvSpPr>
        <p:spPr>
          <a:xfrm>
            <a:off x="5307725" y="1729550"/>
            <a:ext cx="786300" cy="3657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a:endParaRPr/>
          </a:p>
        </p:txBody>
      </p:sp>
      <p:sp>
        <p:nvSpPr>
          <p:cNvPr id="921" name="Google Shape;921;p24"/>
          <p:cNvSpPr txBox="1">
            <a:spLocks noGrp="1"/>
          </p:cNvSpPr>
          <p:nvPr>
            <p:ph type="subTitle" idx="5"/>
          </p:nvPr>
        </p:nvSpPr>
        <p:spPr>
          <a:xfrm>
            <a:off x="7170900" y="1729575"/>
            <a:ext cx="786300" cy="3657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a:endParaRPr/>
          </a:p>
        </p:txBody>
      </p:sp>
      <p:sp>
        <p:nvSpPr>
          <p:cNvPr id="922" name="Google Shape;922;p24"/>
          <p:cNvSpPr txBox="1">
            <a:spLocks noGrp="1"/>
          </p:cNvSpPr>
          <p:nvPr>
            <p:ph type="body" idx="6"/>
          </p:nvPr>
        </p:nvSpPr>
        <p:spPr>
          <a:xfrm>
            <a:off x="1304475" y="3171988"/>
            <a:ext cx="1371600" cy="694800"/>
          </a:xfrm>
          <a:prstGeom prst="rect">
            <a:avLst/>
          </a:prstGeom>
        </p:spPr>
        <p:txBody>
          <a:bodyPr spcFirstLastPara="1" wrap="square" lIns="91425" tIns="91425" rIns="91425" bIns="91425" anchor="t" anchorCtr="0">
            <a:noAutofit/>
          </a:bodyPr>
          <a:lstStyle>
            <a:lvl1pPr marL="457200" lvl="0" indent="-2921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
        <p:nvSpPr>
          <p:cNvPr id="923" name="Google Shape;923;p24"/>
          <p:cNvSpPr txBox="1">
            <a:spLocks noGrp="1"/>
          </p:cNvSpPr>
          <p:nvPr>
            <p:ph type="body" idx="7"/>
          </p:nvPr>
        </p:nvSpPr>
        <p:spPr>
          <a:xfrm>
            <a:off x="3130375" y="3171988"/>
            <a:ext cx="1371600" cy="694800"/>
          </a:xfrm>
          <a:prstGeom prst="rect">
            <a:avLst/>
          </a:prstGeom>
        </p:spPr>
        <p:txBody>
          <a:bodyPr spcFirstLastPara="1" wrap="square" lIns="91425" tIns="91425" rIns="91425" bIns="91425" anchor="t" anchorCtr="0">
            <a:noAutofit/>
          </a:bodyPr>
          <a:lstStyle>
            <a:lvl1pPr marL="457200" lvl="0" indent="-2921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
        <p:nvSpPr>
          <p:cNvPr id="924" name="Google Shape;924;p24"/>
          <p:cNvSpPr txBox="1">
            <a:spLocks noGrp="1"/>
          </p:cNvSpPr>
          <p:nvPr>
            <p:ph type="body" idx="8"/>
          </p:nvPr>
        </p:nvSpPr>
        <p:spPr>
          <a:xfrm>
            <a:off x="4980275" y="3171988"/>
            <a:ext cx="1371600" cy="694800"/>
          </a:xfrm>
          <a:prstGeom prst="rect">
            <a:avLst/>
          </a:prstGeom>
        </p:spPr>
        <p:txBody>
          <a:bodyPr spcFirstLastPara="1" wrap="square" lIns="91425" tIns="91425" rIns="91425" bIns="91425" anchor="t" anchorCtr="0">
            <a:noAutofit/>
          </a:bodyPr>
          <a:lstStyle>
            <a:lvl1pPr marL="457200" lvl="0" indent="-2921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
        <p:nvSpPr>
          <p:cNvPr id="925" name="Google Shape;925;p24"/>
          <p:cNvSpPr txBox="1">
            <a:spLocks noGrp="1"/>
          </p:cNvSpPr>
          <p:nvPr>
            <p:ph type="body" idx="9"/>
          </p:nvPr>
        </p:nvSpPr>
        <p:spPr>
          <a:xfrm>
            <a:off x="6878250" y="3171988"/>
            <a:ext cx="1371600" cy="694800"/>
          </a:xfrm>
          <a:prstGeom prst="rect">
            <a:avLst/>
          </a:prstGeom>
        </p:spPr>
        <p:txBody>
          <a:bodyPr spcFirstLastPara="1" wrap="square" lIns="91425" tIns="91425" rIns="91425" bIns="91425" anchor="t" anchorCtr="0">
            <a:noAutofit/>
          </a:bodyPr>
          <a:lstStyle>
            <a:lvl1pPr marL="457200" lvl="0" indent="-2921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marL="914400" lvl="1"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marL="1371600" lvl="2"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marL="1828800" lvl="3"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marL="2286000" lvl="4"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marL="2743200" lvl="5"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marL="3200400" lvl="6"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marL="3657600" lvl="7" indent="-2921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marL="4114800" lvl="8" indent="-2921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26"/>
        <p:cNvGrpSpPr/>
        <p:nvPr/>
      </p:nvGrpSpPr>
      <p:grpSpPr>
        <a:xfrm>
          <a:off x="0" y="0"/>
          <a:ext cx="0" cy="0"/>
          <a:chOff x="0" y="0"/>
          <a:chExt cx="0" cy="0"/>
        </a:xfrm>
      </p:grpSpPr>
      <p:sp>
        <p:nvSpPr>
          <p:cNvPr id="927" name="Google Shape;927;p2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928" name="Google Shape;928;p2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800"/>
              <a:buNone/>
              <a:defRPr sz="2800"/>
            </a:lvl1pPr>
            <a:lvl2pPr lvl="1" algn="ctr">
              <a:lnSpc>
                <a:spcPct val="100000"/>
              </a:lnSpc>
              <a:spcBef>
                <a:spcPts val="800"/>
              </a:spcBef>
              <a:spcAft>
                <a:spcPts val="0"/>
              </a:spcAft>
              <a:buSzPts val="2800"/>
              <a:buNone/>
              <a:defRPr sz="2800"/>
            </a:lvl2pPr>
            <a:lvl3pPr lvl="2" algn="ctr">
              <a:lnSpc>
                <a:spcPct val="100000"/>
              </a:lnSpc>
              <a:spcBef>
                <a:spcPts val="800"/>
              </a:spcBef>
              <a:spcAft>
                <a:spcPts val="0"/>
              </a:spcAft>
              <a:buSzPts val="2800"/>
              <a:buNone/>
              <a:defRPr sz="2800"/>
            </a:lvl3pPr>
            <a:lvl4pPr lvl="3" algn="ctr">
              <a:lnSpc>
                <a:spcPct val="100000"/>
              </a:lnSpc>
              <a:spcBef>
                <a:spcPts val="800"/>
              </a:spcBef>
              <a:spcAft>
                <a:spcPts val="0"/>
              </a:spcAft>
              <a:buSzPts val="2800"/>
              <a:buNone/>
              <a:defRPr sz="2800"/>
            </a:lvl4pPr>
            <a:lvl5pPr lvl="4" algn="ctr">
              <a:lnSpc>
                <a:spcPct val="100000"/>
              </a:lnSpc>
              <a:spcBef>
                <a:spcPts val="800"/>
              </a:spcBef>
              <a:spcAft>
                <a:spcPts val="0"/>
              </a:spcAft>
              <a:buSzPts val="2800"/>
              <a:buNone/>
              <a:defRPr sz="2800"/>
            </a:lvl5pPr>
            <a:lvl6pPr lvl="5" algn="ctr">
              <a:lnSpc>
                <a:spcPct val="100000"/>
              </a:lnSpc>
              <a:spcBef>
                <a:spcPts val="800"/>
              </a:spcBef>
              <a:spcAft>
                <a:spcPts val="0"/>
              </a:spcAft>
              <a:buSzPts val="2800"/>
              <a:buNone/>
              <a:defRPr sz="2800"/>
            </a:lvl6pPr>
            <a:lvl7pPr lvl="6" algn="ctr">
              <a:lnSpc>
                <a:spcPct val="100000"/>
              </a:lnSpc>
              <a:spcBef>
                <a:spcPts val="800"/>
              </a:spcBef>
              <a:spcAft>
                <a:spcPts val="0"/>
              </a:spcAft>
              <a:buSzPts val="2800"/>
              <a:buNone/>
              <a:defRPr sz="2800"/>
            </a:lvl7pPr>
            <a:lvl8pPr lvl="7" algn="ctr">
              <a:lnSpc>
                <a:spcPct val="100000"/>
              </a:lnSpc>
              <a:spcBef>
                <a:spcPts val="800"/>
              </a:spcBef>
              <a:spcAft>
                <a:spcPts val="0"/>
              </a:spcAft>
              <a:buSzPts val="2800"/>
              <a:buNone/>
              <a:defRPr sz="2800"/>
            </a:lvl8pPr>
            <a:lvl9pPr lvl="8" algn="ctr">
              <a:lnSpc>
                <a:spcPct val="100000"/>
              </a:lnSpc>
              <a:spcBef>
                <a:spcPts val="800"/>
              </a:spcBef>
              <a:spcAft>
                <a:spcPts val="0"/>
              </a:spcAft>
              <a:buSzPts val="2800"/>
              <a:buNone/>
              <a:defRPr sz="2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929"/>
        <p:cNvGrpSpPr/>
        <p:nvPr/>
      </p:nvGrpSpPr>
      <p:grpSpPr>
        <a:xfrm>
          <a:off x="0" y="0"/>
          <a:ext cx="0" cy="0"/>
          <a:chOff x="0" y="0"/>
          <a:chExt cx="0" cy="0"/>
        </a:xfrm>
      </p:grpSpPr>
      <p:sp>
        <p:nvSpPr>
          <p:cNvPr id="930" name="Google Shape;930;p2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931"/>
        <p:cNvGrpSpPr/>
        <p:nvPr/>
      </p:nvGrpSpPr>
      <p:grpSpPr>
        <a:xfrm>
          <a:off x="0" y="0"/>
          <a:ext cx="0" cy="0"/>
          <a:chOff x="0" y="0"/>
          <a:chExt cx="0" cy="0"/>
        </a:xfrm>
      </p:grpSpPr>
      <p:sp>
        <p:nvSpPr>
          <p:cNvPr id="932" name="Google Shape;932;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33" name="Google Shape;933;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934"/>
        <p:cNvGrpSpPr/>
        <p:nvPr/>
      </p:nvGrpSpPr>
      <p:grpSpPr>
        <a:xfrm>
          <a:off x="0" y="0"/>
          <a:ext cx="0" cy="0"/>
          <a:chOff x="0" y="0"/>
          <a:chExt cx="0" cy="0"/>
        </a:xfrm>
      </p:grpSpPr>
      <p:sp>
        <p:nvSpPr>
          <p:cNvPr id="935" name="Google Shape;935;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36" name="Google Shape;936;p2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37" name="Google Shape;937;p2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8"/>
        <p:cNvGrpSpPr/>
        <p:nvPr/>
      </p:nvGrpSpPr>
      <p:grpSpPr>
        <a:xfrm>
          <a:off x="0" y="0"/>
          <a:ext cx="0" cy="0"/>
          <a:chOff x="0" y="0"/>
          <a:chExt cx="0" cy="0"/>
        </a:xfrm>
      </p:grpSpPr>
      <p:sp>
        <p:nvSpPr>
          <p:cNvPr id="939" name="Google Shape;939;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940"/>
        <p:cNvGrpSpPr/>
        <p:nvPr/>
      </p:nvGrpSpPr>
      <p:grpSpPr>
        <a:xfrm>
          <a:off x="0" y="0"/>
          <a:ext cx="0" cy="0"/>
          <a:chOff x="0" y="0"/>
          <a:chExt cx="0" cy="0"/>
        </a:xfrm>
      </p:grpSpPr>
      <p:sp>
        <p:nvSpPr>
          <p:cNvPr id="941" name="Google Shape;941;p3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42" name="Google Shape;942;p3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943"/>
        <p:cNvGrpSpPr/>
        <p:nvPr/>
      </p:nvGrpSpPr>
      <p:grpSpPr>
        <a:xfrm>
          <a:off x="0" y="0"/>
          <a:ext cx="0" cy="0"/>
          <a:chOff x="0" y="0"/>
          <a:chExt cx="0" cy="0"/>
        </a:xfrm>
      </p:grpSpPr>
      <p:sp>
        <p:nvSpPr>
          <p:cNvPr id="944" name="Google Shape;944;p3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45"/>
        <p:cNvGrpSpPr/>
        <p:nvPr/>
      </p:nvGrpSpPr>
      <p:grpSpPr>
        <a:xfrm>
          <a:off x="0" y="0"/>
          <a:ext cx="0" cy="0"/>
          <a:chOff x="0" y="0"/>
          <a:chExt cx="0" cy="0"/>
        </a:xfrm>
      </p:grpSpPr>
      <p:sp>
        <p:nvSpPr>
          <p:cNvPr id="946" name="Google Shape;946;p3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947" name="Google Shape;947;p3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100"/>
              <a:buNone/>
              <a:defRPr sz="2100"/>
            </a:lvl1pPr>
            <a:lvl2pPr lvl="1" algn="ctr">
              <a:lnSpc>
                <a:spcPct val="100000"/>
              </a:lnSpc>
              <a:spcBef>
                <a:spcPts val="800"/>
              </a:spcBef>
              <a:spcAft>
                <a:spcPts val="0"/>
              </a:spcAft>
              <a:buSzPts val="2100"/>
              <a:buNone/>
              <a:defRPr sz="2100"/>
            </a:lvl2pPr>
            <a:lvl3pPr lvl="2" algn="ctr">
              <a:lnSpc>
                <a:spcPct val="100000"/>
              </a:lnSpc>
              <a:spcBef>
                <a:spcPts val="800"/>
              </a:spcBef>
              <a:spcAft>
                <a:spcPts val="0"/>
              </a:spcAft>
              <a:buSzPts val="2100"/>
              <a:buNone/>
              <a:defRPr sz="2100"/>
            </a:lvl3pPr>
            <a:lvl4pPr lvl="3" algn="ctr">
              <a:lnSpc>
                <a:spcPct val="100000"/>
              </a:lnSpc>
              <a:spcBef>
                <a:spcPts val="800"/>
              </a:spcBef>
              <a:spcAft>
                <a:spcPts val="0"/>
              </a:spcAft>
              <a:buSzPts val="2100"/>
              <a:buNone/>
              <a:defRPr sz="2100"/>
            </a:lvl4pPr>
            <a:lvl5pPr lvl="4" algn="ctr">
              <a:lnSpc>
                <a:spcPct val="100000"/>
              </a:lnSpc>
              <a:spcBef>
                <a:spcPts val="800"/>
              </a:spcBef>
              <a:spcAft>
                <a:spcPts val="0"/>
              </a:spcAft>
              <a:buSzPts val="2100"/>
              <a:buNone/>
              <a:defRPr sz="2100"/>
            </a:lvl5pPr>
            <a:lvl6pPr lvl="5" algn="ctr">
              <a:lnSpc>
                <a:spcPct val="100000"/>
              </a:lnSpc>
              <a:spcBef>
                <a:spcPts val="800"/>
              </a:spcBef>
              <a:spcAft>
                <a:spcPts val="0"/>
              </a:spcAft>
              <a:buSzPts val="2100"/>
              <a:buNone/>
              <a:defRPr sz="2100"/>
            </a:lvl6pPr>
            <a:lvl7pPr lvl="6" algn="ctr">
              <a:lnSpc>
                <a:spcPct val="100000"/>
              </a:lnSpc>
              <a:spcBef>
                <a:spcPts val="800"/>
              </a:spcBef>
              <a:spcAft>
                <a:spcPts val="0"/>
              </a:spcAft>
              <a:buSzPts val="2100"/>
              <a:buNone/>
              <a:defRPr sz="2100"/>
            </a:lvl7pPr>
            <a:lvl8pPr lvl="7" algn="ctr">
              <a:lnSpc>
                <a:spcPct val="100000"/>
              </a:lnSpc>
              <a:spcBef>
                <a:spcPts val="800"/>
              </a:spcBef>
              <a:spcAft>
                <a:spcPts val="0"/>
              </a:spcAft>
              <a:buSzPts val="2100"/>
              <a:buNone/>
              <a:defRPr sz="2100"/>
            </a:lvl8pPr>
            <a:lvl9pPr lvl="8" algn="ctr">
              <a:lnSpc>
                <a:spcPct val="100000"/>
              </a:lnSpc>
              <a:spcBef>
                <a:spcPts val="800"/>
              </a:spcBef>
              <a:spcAft>
                <a:spcPts val="0"/>
              </a:spcAft>
              <a:buSzPts val="2100"/>
              <a:buNone/>
              <a:defRPr sz="2100"/>
            </a:lvl9pPr>
          </a:lstStyle>
          <a:p>
            <a:endParaRPr/>
          </a:p>
        </p:txBody>
      </p:sp>
      <p:sp>
        <p:nvSpPr>
          <p:cNvPr id="948" name="Google Shape;948;p32"/>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49"/>
        <p:cNvGrpSpPr/>
        <p:nvPr/>
      </p:nvGrpSpPr>
      <p:grpSpPr>
        <a:xfrm>
          <a:off x="0" y="0"/>
          <a:ext cx="0" cy="0"/>
          <a:chOff x="0" y="0"/>
          <a:chExt cx="0" cy="0"/>
        </a:xfrm>
      </p:grpSpPr>
      <p:sp>
        <p:nvSpPr>
          <p:cNvPr id="950" name="Google Shape;950;p33"/>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SzPts val="1200"/>
              <a:buNone/>
              <a:defRPr/>
            </a:lvl1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51"/>
        <p:cNvGrpSpPr/>
        <p:nvPr/>
      </p:nvGrpSpPr>
      <p:grpSpPr>
        <a:xfrm>
          <a:off x="0" y="0"/>
          <a:ext cx="0" cy="0"/>
          <a:chOff x="0" y="0"/>
          <a:chExt cx="0" cy="0"/>
        </a:xfrm>
      </p:grpSpPr>
      <p:sp>
        <p:nvSpPr>
          <p:cNvPr id="952" name="Google Shape;952;p34"/>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53" name="Google Shape;953;p34"/>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spAutoFit/>
          </a:bodyPr>
          <a:lstStyle>
            <a:lvl1pPr marL="457200" lvl="0" indent="-304800" algn="ctr">
              <a:spcBef>
                <a:spcPts val="0"/>
              </a:spcBef>
              <a:spcAft>
                <a:spcPts val="0"/>
              </a:spcAft>
              <a:buSzPts val="1200"/>
              <a:buChar char="●"/>
              <a:defRPr/>
            </a:lvl1pPr>
            <a:lvl2pPr marL="914400" lvl="1" indent="-304800" algn="ctr">
              <a:spcBef>
                <a:spcPts val="800"/>
              </a:spcBef>
              <a:spcAft>
                <a:spcPts val="0"/>
              </a:spcAft>
              <a:buSzPts val="1200"/>
              <a:buChar char="○"/>
              <a:defRPr/>
            </a:lvl2pPr>
            <a:lvl3pPr marL="1371600" lvl="2" indent="-304800" algn="ctr">
              <a:spcBef>
                <a:spcPts val="800"/>
              </a:spcBef>
              <a:spcAft>
                <a:spcPts val="0"/>
              </a:spcAft>
              <a:buSzPts val="1200"/>
              <a:buChar char="■"/>
              <a:defRPr/>
            </a:lvl3pPr>
            <a:lvl4pPr marL="1828800" lvl="3" indent="-304800" algn="ctr">
              <a:spcBef>
                <a:spcPts val="800"/>
              </a:spcBef>
              <a:spcAft>
                <a:spcPts val="0"/>
              </a:spcAft>
              <a:buSzPts val="1200"/>
              <a:buChar char="●"/>
              <a:defRPr/>
            </a:lvl4pPr>
            <a:lvl5pPr marL="2286000" lvl="4" indent="-304800" algn="ctr">
              <a:spcBef>
                <a:spcPts val="800"/>
              </a:spcBef>
              <a:spcAft>
                <a:spcPts val="0"/>
              </a:spcAft>
              <a:buSzPts val="1200"/>
              <a:buChar char="○"/>
              <a:defRPr/>
            </a:lvl5pPr>
            <a:lvl6pPr marL="2743200" lvl="5" indent="-304800" algn="ctr">
              <a:spcBef>
                <a:spcPts val="800"/>
              </a:spcBef>
              <a:spcAft>
                <a:spcPts val="0"/>
              </a:spcAft>
              <a:buSzPts val="1200"/>
              <a:buChar char="■"/>
              <a:defRPr/>
            </a:lvl6pPr>
            <a:lvl7pPr marL="3200400" lvl="6" indent="-304800" algn="ctr">
              <a:spcBef>
                <a:spcPts val="800"/>
              </a:spcBef>
              <a:spcAft>
                <a:spcPts val="0"/>
              </a:spcAft>
              <a:buSzPts val="1200"/>
              <a:buChar char="●"/>
              <a:defRPr/>
            </a:lvl7pPr>
            <a:lvl8pPr marL="3657600" lvl="7" indent="-304800" algn="ctr">
              <a:spcBef>
                <a:spcPts val="800"/>
              </a:spcBef>
              <a:spcAft>
                <a:spcPts val="0"/>
              </a:spcAft>
              <a:buSzPts val="1200"/>
              <a:buChar char="○"/>
              <a:defRPr/>
            </a:lvl8pPr>
            <a:lvl9pPr marL="4114800" lvl="8" indent="-304800" algn="ctr">
              <a:spcBef>
                <a:spcPts val="800"/>
              </a:spcBef>
              <a:spcAft>
                <a:spcPts val="800"/>
              </a:spcAft>
              <a:buSzPts val="12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54"/>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955"/>
        <p:cNvGrpSpPr/>
        <p:nvPr/>
      </p:nvGrpSpPr>
      <p:grpSpPr>
        <a:xfrm>
          <a:off x="0" y="0"/>
          <a:ext cx="0" cy="0"/>
          <a:chOff x="0" y="0"/>
          <a:chExt cx="0" cy="0"/>
        </a:xfrm>
      </p:grpSpPr>
      <p:sp>
        <p:nvSpPr>
          <p:cNvPr id="956" name="Google Shape;956;p36"/>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sp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57" name="Google Shape;957;p36"/>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a:endParaRPr/>
          </a:p>
        </p:txBody>
      </p:sp>
      <p:sp>
        <p:nvSpPr>
          <p:cNvPr id="958" name="Google Shape;958;p36"/>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a:endParaRPr/>
          </a:p>
        </p:txBody>
      </p:sp>
      <p:sp>
        <p:nvSpPr>
          <p:cNvPr id="959" name="Google Shape;959;p36"/>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a:endParaRPr/>
          </a:p>
        </p:txBody>
      </p:sp>
      <p:sp>
        <p:nvSpPr>
          <p:cNvPr id="960" name="Google Shape;960;p36"/>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a:endParaRPr/>
          </a:p>
        </p:txBody>
      </p:sp>
      <p:sp>
        <p:nvSpPr>
          <p:cNvPr id="961" name="Google Shape;961;p36"/>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a:endParaRPr/>
          </a:p>
        </p:txBody>
      </p:sp>
      <p:sp>
        <p:nvSpPr>
          <p:cNvPr id="962" name="Google Shape;962;p36"/>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963"/>
        <p:cNvGrpSpPr/>
        <p:nvPr/>
      </p:nvGrpSpPr>
      <p:grpSpPr>
        <a:xfrm>
          <a:off x="0" y="0"/>
          <a:ext cx="0" cy="0"/>
          <a:chOff x="0" y="0"/>
          <a:chExt cx="0" cy="0"/>
        </a:xfrm>
      </p:grpSpPr>
      <p:sp>
        <p:nvSpPr>
          <p:cNvPr id="964" name="Google Shape;964;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65" name="Google Shape;965;p37"/>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66" name="Google Shape;966;p37"/>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967"/>
        <p:cNvGrpSpPr/>
        <p:nvPr/>
      </p:nvGrpSpPr>
      <p:grpSpPr>
        <a:xfrm>
          <a:off x="0" y="0"/>
          <a:ext cx="0" cy="0"/>
          <a:chOff x="0" y="0"/>
          <a:chExt cx="0" cy="0"/>
        </a:xfrm>
      </p:grpSpPr>
      <p:sp>
        <p:nvSpPr>
          <p:cNvPr id="968" name="Google Shape;968;p38"/>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69" name="Google Shape;969;p38"/>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70" name="Google Shape;970;p38"/>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71" name="Google Shape;971;p38"/>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a:endParaRPr/>
          </a:p>
        </p:txBody>
      </p:sp>
      <p:sp>
        <p:nvSpPr>
          <p:cNvPr id="972" name="Google Shape;972;p38"/>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973"/>
        <p:cNvGrpSpPr/>
        <p:nvPr/>
      </p:nvGrpSpPr>
      <p:grpSpPr>
        <a:xfrm>
          <a:off x="0" y="0"/>
          <a:ext cx="0" cy="0"/>
          <a:chOff x="0" y="0"/>
          <a:chExt cx="0" cy="0"/>
        </a:xfrm>
      </p:grpSpPr>
      <p:sp>
        <p:nvSpPr>
          <p:cNvPr id="974" name="Google Shape;974;p39"/>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75" name="Google Shape;975;p39"/>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76" name="Google Shape;976;p39"/>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77" name="Google Shape;977;p39"/>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a:endParaRPr/>
          </a:p>
        </p:txBody>
      </p:sp>
      <p:sp>
        <p:nvSpPr>
          <p:cNvPr id="978" name="Google Shape;978;p39"/>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a:endParaRPr/>
          </a:p>
        </p:txBody>
      </p:sp>
      <p:sp>
        <p:nvSpPr>
          <p:cNvPr id="979" name="Google Shape;979;p39"/>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a:endParaRPr/>
          </a:p>
        </p:txBody>
      </p:sp>
      <p:sp>
        <p:nvSpPr>
          <p:cNvPr id="980" name="Google Shape;980;p39"/>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981"/>
        <p:cNvGrpSpPr/>
        <p:nvPr/>
      </p:nvGrpSpPr>
      <p:grpSpPr>
        <a:xfrm>
          <a:off x="0" y="0"/>
          <a:ext cx="0" cy="0"/>
          <a:chOff x="0" y="0"/>
          <a:chExt cx="0" cy="0"/>
        </a:xfrm>
      </p:grpSpPr>
      <p:sp>
        <p:nvSpPr>
          <p:cNvPr id="982" name="Google Shape;982;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83" name="Google Shape;983;p40"/>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984"/>
        <p:cNvGrpSpPr/>
        <p:nvPr/>
      </p:nvGrpSpPr>
      <p:grpSpPr>
        <a:xfrm>
          <a:off x="0" y="0"/>
          <a:ext cx="0" cy="0"/>
          <a:chOff x="0" y="0"/>
          <a:chExt cx="0" cy="0"/>
        </a:xfrm>
      </p:grpSpPr>
      <p:sp>
        <p:nvSpPr>
          <p:cNvPr id="985" name="Google Shape;985;p41"/>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86" name="Google Shape;986;p41"/>
          <p:cNvSpPr>
            <a:spLocks noGrp="1"/>
          </p:cNvSpPr>
          <p:nvPr>
            <p:ph type="pic" idx="2"/>
          </p:nvPr>
        </p:nvSpPr>
        <p:spPr>
          <a:xfrm>
            <a:off x="4804825" y="1133300"/>
            <a:ext cx="4027500" cy="2392800"/>
          </a:xfrm>
          <a:prstGeom prst="rect">
            <a:avLst/>
          </a:prstGeom>
          <a:noFill/>
          <a:ln>
            <a:noFill/>
          </a:ln>
        </p:spPr>
      </p:sp>
      <p:sp>
        <p:nvSpPr>
          <p:cNvPr id="987" name="Google Shape;987;p41"/>
          <p:cNvSpPr>
            <a:spLocks noGrp="1"/>
          </p:cNvSpPr>
          <p:nvPr>
            <p:ph type="pic" idx="3"/>
          </p:nvPr>
        </p:nvSpPr>
        <p:spPr>
          <a:xfrm>
            <a:off x="311725" y="1133300"/>
            <a:ext cx="4027500" cy="2392800"/>
          </a:xfrm>
          <a:prstGeom prst="rect">
            <a:avLst/>
          </a:prstGeom>
          <a:noFill/>
          <a:ln>
            <a:noFill/>
          </a:ln>
        </p:spPr>
      </p:sp>
      <p:sp>
        <p:nvSpPr>
          <p:cNvPr id="988" name="Google Shape;988;p41"/>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89" name="Google Shape;989;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90" name="Google Shape;990;p41"/>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a:endParaRPr/>
          </a:p>
        </p:txBody>
      </p:sp>
      <p:sp>
        <p:nvSpPr>
          <p:cNvPr id="991" name="Google Shape;991;p41"/>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992"/>
        <p:cNvGrpSpPr/>
        <p:nvPr/>
      </p:nvGrpSpPr>
      <p:grpSpPr>
        <a:xfrm>
          <a:off x="0" y="0"/>
          <a:ext cx="0" cy="0"/>
          <a:chOff x="0" y="0"/>
          <a:chExt cx="0" cy="0"/>
        </a:xfrm>
      </p:grpSpPr>
      <p:sp>
        <p:nvSpPr>
          <p:cNvPr id="993" name="Google Shape;993;p42"/>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94" name="Google Shape;994;p42"/>
          <p:cNvSpPr>
            <a:spLocks noGrp="1"/>
          </p:cNvSpPr>
          <p:nvPr>
            <p:ph type="pic" idx="2"/>
          </p:nvPr>
        </p:nvSpPr>
        <p:spPr>
          <a:xfrm>
            <a:off x="6205225" y="1128325"/>
            <a:ext cx="2627100" cy="2273100"/>
          </a:xfrm>
          <a:prstGeom prst="rect">
            <a:avLst/>
          </a:prstGeom>
          <a:noFill/>
          <a:ln>
            <a:noFill/>
          </a:ln>
        </p:spPr>
      </p:sp>
      <p:sp>
        <p:nvSpPr>
          <p:cNvPr id="995" name="Google Shape;995;p42"/>
          <p:cNvSpPr>
            <a:spLocks noGrp="1"/>
          </p:cNvSpPr>
          <p:nvPr>
            <p:ph type="pic" idx="3"/>
          </p:nvPr>
        </p:nvSpPr>
        <p:spPr>
          <a:xfrm>
            <a:off x="311725" y="1128325"/>
            <a:ext cx="2627100" cy="2273100"/>
          </a:xfrm>
          <a:prstGeom prst="rect">
            <a:avLst/>
          </a:prstGeom>
          <a:noFill/>
          <a:ln>
            <a:noFill/>
          </a:ln>
        </p:spPr>
      </p:sp>
      <p:sp>
        <p:nvSpPr>
          <p:cNvPr id="996" name="Google Shape;996;p42"/>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97" name="Google Shape;997;p42"/>
          <p:cNvSpPr>
            <a:spLocks noGrp="1"/>
          </p:cNvSpPr>
          <p:nvPr>
            <p:ph type="pic" idx="5"/>
          </p:nvPr>
        </p:nvSpPr>
        <p:spPr>
          <a:xfrm>
            <a:off x="3255250" y="1128325"/>
            <a:ext cx="2627100" cy="2273100"/>
          </a:xfrm>
          <a:prstGeom prst="rect">
            <a:avLst/>
          </a:prstGeom>
          <a:noFill/>
          <a:ln>
            <a:noFill/>
          </a:ln>
        </p:spPr>
      </p:sp>
      <p:sp>
        <p:nvSpPr>
          <p:cNvPr id="998" name="Google Shape;998;p42"/>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99" name="Google Shape;999;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000" name="Google Shape;1000;p42"/>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a:endParaRPr/>
          </a:p>
        </p:txBody>
      </p:sp>
      <p:sp>
        <p:nvSpPr>
          <p:cNvPr id="1001" name="Google Shape;1001;p42"/>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a:endParaRPr/>
          </a:p>
        </p:txBody>
      </p:sp>
      <p:sp>
        <p:nvSpPr>
          <p:cNvPr id="1002" name="Google Shape;1002;p42"/>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1003"/>
        <p:cNvGrpSpPr/>
        <p:nvPr/>
      </p:nvGrpSpPr>
      <p:grpSpPr>
        <a:xfrm>
          <a:off x="0" y="0"/>
          <a:ext cx="0" cy="0"/>
          <a:chOff x="0" y="0"/>
          <a:chExt cx="0" cy="0"/>
        </a:xfrm>
      </p:grpSpPr>
      <p:sp>
        <p:nvSpPr>
          <p:cNvPr id="1004" name="Google Shape;1004;p43"/>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1005"/>
        <p:cNvGrpSpPr/>
        <p:nvPr/>
      </p:nvGrpSpPr>
      <p:grpSpPr>
        <a:xfrm>
          <a:off x="0" y="0"/>
          <a:ext cx="0" cy="0"/>
          <a:chOff x="0" y="0"/>
          <a:chExt cx="0" cy="0"/>
        </a:xfrm>
      </p:grpSpPr>
      <p:sp>
        <p:nvSpPr>
          <p:cNvPr id="1006" name="Google Shape;1006;p44"/>
          <p:cNvSpPr>
            <a:spLocks noGrp="1"/>
          </p:cNvSpPr>
          <p:nvPr>
            <p:ph type="pic" idx="2"/>
          </p:nvPr>
        </p:nvSpPr>
        <p:spPr>
          <a:xfrm>
            <a:off x="3389600" y="118913"/>
            <a:ext cx="1643700" cy="1535100"/>
          </a:xfrm>
          <a:prstGeom prst="rect">
            <a:avLst/>
          </a:prstGeom>
          <a:noFill/>
          <a:ln>
            <a:noFill/>
          </a:ln>
        </p:spPr>
      </p:sp>
      <p:sp>
        <p:nvSpPr>
          <p:cNvPr id="1007" name="Google Shape;1007;p44"/>
          <p:cNvSpPr>
            <a:spLocks noGrp="1"/>
          </p:cNvSpPr>
          <p:nvPr>
            <p:ph type="pic" idx="3"/>
          </p:nvPr>
        </p:nvSpPr>
        <p:spPr>
          <a:xfrm>
            <a:off x="5195935" y="118913"/>
            <a:ext cx="1643700" cy="1535100"/>
          </a:xfrm>
          <a:prstGeom prst="rect">
            <a:avLst/>
          </a:prstGeom>
          <a:noFill/>
          <a:ln>
            <a:noFill/>
          </a:ln>
        </p:spPr>
      </p:sp>
      <p:sp>
        <p:nvSpPr>
          <p:cNvPr id="1008" name="Google Shape;1008;p44"/>
          <p:cNvSpPr>
            <a:spLocks noGrp="1"/>
          </p:cNvSpPr>
          <p:nvPr>
            <p:ph type="pic" idx="4"/>
          </p:nvPr>
        </p:nvSpPr>
        <p:spPr>
          <a:xfrm>
            <a:off x="7002270" y="118913"/>
            <a:ext cx="1643700" cy="1535100"/>
          </a:xfrm>
          <a:prstGeom prst="rect">
            <a:avLst/>
          </a:prstGeom>
          <a:noFill/>
          <a:ln>
            <a:noFill/>
          </a:ln>
        </p:spPr>
      </p:sp>
      <p:sp>
        <p:nvSpPr>
          <p:cNvPr id="1009" name="Google Shape;1009;p44"/>
          <p:cNvSpPr>
            <a:spLocks noGrp="1"/>
          </p:cNvSpPr>
          <p:nvPr>
            <p:ph type="pic" idx="5"/>
          </p:nvPr>
        </p:nvSpPr>
        <p:spPr>
          <a:xfrm>
            <a:off x="3389588" y="1804212"/>
            <a:ext cx="1643700" cy="1535100"/>
          </a:xfrm>
          <a:prstGeom prst="rect">
            <a:avLst/>
          </a:prstGeom>
          <a:noFill/>
          <a:ln>
            <a:noFill/>
          </a:ln>
        </p:spPr>
      </p:sp>
      <p:sp>
        <p:nvSpPr>
          <p:cNvPr id="1010" name="Google Shape;1010;p44"/>
          <p:cNvSpPr>
            <a:spLocks noGrp="1"/>
          </p:cNvSpPr>
          <p:nvPr>
            <p:ph type="pic" idx="6"/>
          </p:nvPr>
        </p:nvSpPr>
        <p:spPr>
          <a:xfrm>
            <a:off x="5195922" y="1804212"/>
            <a:ext cx="1643700" cy="1535100"/>
          </a:xfrm>
          <a:prstGeom prst="rect">
            <a:avLst/>
          </a:prstGeom>
          <a:noFill/>
          <a:ln>
            <a:noFill/>
          </a:ln>
        </p:spPr>
      </p:sp>
      <p:sp>
        <p:nvSpPr>
          <p:cNvPr id="1011" name="Google Shape;1011;p44"/>
          <p:cNvSpPr>
            <a:spLocks noGrp="1"/>
          </p:cNvSpPr>
          <p:nvPr>
            <p:ph type="pic" idx="7"/>
          </p:nvPr>
        </p:nvSpPr>
        <p:spPr>
          <a:xfrm>
            <a:off x="7002257" y="1804212"/>
            <a:ext cx="1643700" cy="1535100"/>
          </a:xfrm>
          <a:prstGeom prst="rect">
            <a:avLst/>
          </a:prstGeom>
          <a:noFill/>
          <a:ln>
            <a:noFill/>
          </a:ln>
        </p:spPr>
      </p:sp>
      <p:sp>
        <p:nvSpPr>
          <p:cNvPr id="1012" name="Google Shape;1012;p44"/>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013" name="Google Shape;1013;p44"/>
          <p:cNvSpPr>
            <a:spLocks noGrp="1"/>
          </p:cNvSpPr>
          <p:nvPr>
            <p:ph type="pic" idx="8"/>
          </p:nvPr>
        </p:nvSpPr>
        <p:spPr>
          <a:xfrm>
            <a:off x="3389588" y="3489487"/>
            <a:ext cx="1643700" cy="1535100"/>
          </a:xfrm>
          <a:prstGeom prst="rect">
            <a:avLst/>
          </a:prstGeom>
          <a:noFill/>
          <a:ln>
            <a:noFill/>
          </a:ln>
        </p:spPr>
      </p:sp>
      <p:sp>
        <p:nvSpPr>
          <p:cNvPr id="1014" name="Google Shape;1014;p44"/>
          <p:cNvSpPr>
            <a:spLocks noGrp="1"/>
          </p:cNvSpPr>
          <p:nvPr>
            <p:ph type="pic" idx="9"/>
          </p:nvPr>
        </p:nvSpPr>
        <p:spPr>
          <a:xfrm>
            <a:off x="5195922" y="3489487"/>
            <a:ext cx="1643700" cy="1535100"/>
          </a:xfrm>
          <a:prstGeom prst="rect">
            <a:avLst/>
          </a:prstGeom>
          <a:noFill/>
          <a:ln>
            <a:noFill/>
          </a:ln>
        </p:spPr>
      </p:sp>
      <p:sp>
        <p:nvSpPr>
          <p:cNvPr id="1015" name="Google Shape;1015;p44"/>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28600" y="1452125"/>
            <a:ext cx="5760600" cy="34602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lt1"/>
              </a:buClr>
              <a:buSzPts val="1200"/>
              <a:buFont typeface="Manrope"/>
              <a:buChar char="●"/>
              <a:defRPr sz="1200">
                <a:solidFill>
                  <a:schemeClr val="lt1"/>
                </a:solidFill>
                <a:latin typeface="Manrope"/>
                <a:ea typeface="Manrope"/>
                <a:cs typeface="Manrope"/>
                <a:sym typeface="Manrope"/>
              </a:defRPr>
            </a:lvl1pPr>
            <a:lvl2pPr marL="914400" lvl="1" indent="-3048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2pPr>
            <a:lvl3pPr marL="1371600" lvl="2" indent="-3048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3pPr>
            <a:lvl4pPr marL="1828800" lvl="3" indent="-3048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4pPr>
            <a:lvl5pPr marL="2286000" lvl="4" indent="-3048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5pPr>
            <a:lvl6pPr marL="2743200" lvl="5" indent="-3048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6pPr>
            <a:lvl7pPr marL="3200400" lvl="6" indent="-3048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7pPr>
            <a:lvl8pPr marL="3657600" lvl="7" indent="-3048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8pPr>
            <a:lvl9pPr marL="4114800" lvl="8" indent="-304800">
              <a:lnSpc>
                <a:spcPct val="115000"/>
              </a:lnSpc>
              <a:spcBef>
                <a:spcPts val="800"/>
              </a:spcBef>
              <a:spcAft>
                <a:spcPts val="800"/>
              </a:spcAft>
              <a:buClr>
                <a:schemeClr val="lt1"/>
              </a:buClr>
              <a:buSzPts val="1200"/>
              <a:buFont typeface="Manrope"/>
              <a:buChar char="■"/>
              <a:defRPr sz="1200">
                <a:solidFill>
                  <a:schemeClr val="lt1"/>
                </a:solidFill>
                <a:latin typeface="Manrope"/>
                <a:ea typeface="Manrope"/>
                <a:cs typeface="Manrope"/>
                <a:sym typeface="Manrope"/>
              </a:defRPr>
            </a:lvl9pPr>
          </a:lstStyle>
          <a:p>
            <a:endParaRPr/>
          </a:p>
        </p:txBody>
      </p:sp>
      <p:sp>
        <p:nvSpPr>
          <p:cNvPr id="7" name="Google Shape;7;p1"/>
          <p:cNvSpPr txBox="1">
            <a:spLocks noGrp="1"/>
          </p:cNvSpPr>
          <p:nvPr>
            <p:ph type="title"/>
          </p:nvPr>
        </p:nvSpPr>
        <p:spPr>
          <a:xfrm>
            <a:off x="228600" y="369300"/>
            <a:ext cx="6480300" cy="587700"/>
          </a:xfrm>
          <a:prstGeom prst="rect">
            <a:avLst/>
          </a:prstGeom>
          <a:noFill/>
          <a:ln>
            <a:noFill/>
          </a:ln>
        </p:spPr>
        <p:txBody>
          <a:bodyPr spcFirstLastPara="1" wrap="square" lIns="91425" tIns="91425" rIns="91425" bIns="91425" anchor="t" anchorCtr="0">
            <a:spAutoFit/>
          </a:bodyPr>
          <a:lstStyle>
            <a:lvl1pPr lvl="0">
              <a:lnSpc>
                <a:spcPct val="90000"/>
              </a:lnSpc>
              <a:spcBef>
                <a:spcPts val="0"/>
              </a:spcBef>
              <a:spcAft>
                <a:spcPts val="0"/>
              </a:spcAft>
              <a:buClr>
                <a:schemeClr val="lt1"/>
              </a:buClr>
              <a:buSzPts val="3000"/>
              <a:buFont typeface="Arial"/>
              <a:buNone/>
              <a:defRPr sz="3000" b="1">
                <a:solidFill>
                  <a:schemeClr val="lt1"/>
                </a:solidFill>
                <a:latin typeface="Anton"/>
                <a:ea typeface="Anton"/>
                <a:cs typeface="Anton"/>
                <a:sym typeface="Anton"/>
              </a:defRPr>
            </a:lvl1pPr>
            <a:lvl2pPr lvl="1">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2pPr>
            <a:lvl3pPr lvl="2">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3pPr>
            <a:lvl4pPr lvl="3">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4pPr>
            <a:lvl5pPr lvl="4">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5pPr>
            <a:lvl6pPr lvl="5">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6pPr>
            <a:lvl7pPr lvl="6">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7pPr>
            <a:lvl8pPr lvl="7">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8pPr>
            <a:lvl9pPr lvl="8">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p45"/>
          <p:cNvSpPr txBox="1">
            <a:spLocks noGrp="1"/>
          </p:cNvSpPr>
          <p:nvPr>
            <p:ph type="title"/>
          </p:nvPr>
        </p:nvSpPr>
        <p:spPr>
          <a:xfrm>
            <a:off x="801125" y="1679186"/>
            <a:ext cx="7732800" cy="1694100"/>
          </a:xfrm>
          <a:prstGeom prst="rect">
            <a:avLst/>
          </a:prstGeom>
        </p:spPr>
        <p:txBody>
          <a:bodyPr spcFirstLastPara="1" wrap="square" lIns="91425" tIns="91425" rIns="91425" bIns="91425" anchor="ctr" anchorCtr="0">
            <a:noAutofit/>
          </a:bodyPr>
          <a:lstStyle/>
          <a:p>
            <a:pPr marL="0" lvl="0" indent="0" algn="ctr" rtl="0">
              <a:lnSpc>
                <a:spcPct val="80000"/>
              </a:lnSpc>
              <a:spcBef>
                <a:spcPts val="0"/>
              </a:spcBef>
              <a:spcAft>
                <a:spcPts val="0"/>
              </a:spcAft>
              <a:buClr>
                <a:srgbClr val="000000"/>
              </a:buClr>
              <a:buSzPts val="6400"/>
              <a:buFont typeface="Arial"/>
              <a:buNone/>
            </a:pPr>
            <a:r>
              <a:rPr lang="en"/>
              <a:t>Analyzing &amp; Visualizing</a:t>
            </a:r>
            <a:endParaRPr/>
          </a:p>
          <a:p>
            <a:pPr marL="0" lvl="0" indent="0" algn="ctr" rtl="0">
              <a:lnSpc>
                <a:spcPct val="80000"/>
              </a:lnSpc>
              <a:spcBef>
                <a:spcPts val="0"/>
              </a:spcBef>
              <a:spcAft>
                <a:spcPts val="0"/>
              </a:spcAft>
              <a:buSzPts val="6000"/>
              <a:buNone/>
            </a:pPr>
            <a:r>
              <a:rPr lang="en"/>
              <a:t>Regional Sales Performance</a:t>
            </a:r>
            <a:endParaRPr/>
          </a:p>
        </p:txBody>
      </p:sp>
      <p:sp>
        <p:nvSpPr>
          <p:cNvPr id="1021" name="Google Shape;1021;p45"/>
          <p:cNvSpPr txBox="1">
            <a:spLocks noGrp="1"/>
          </p:cNvSpPr>
          <p:nvPr>
            <p:ph type="title" idx="2"/>
          </p:nvPr>
        </p:nvSpPr>
        <p:spPr>
          <a:xfrm rot="1020440">
            <a:off x="6622383" y="3359660"/>
            <a:ext cx="940532" cy="338501"/>
          </a:xfrm>
          <a:prstGeom prst="rect">
            <a:avLst/>
          </a:prstGeom>
        </p:spPr>
        <p:txBody>
          <a:bodyPr spcFirstLastPara="1" wrap="square" lIns="91425" tIns="91425" rIns="91425" bIns="91425" anchor="ctr" anchorCtr="0">
            <a:spAutoFit/>
          </a:bodyPr>
          <a:lstStyle/>
          <a:p>
            <a:pPr marL="0" lvl="0" indent="0" algn="ctr" rtl="0">
              <a:lnSpc>
                <a:spcPct val="100000"/>
              </a:lnSpc>
              <a:spcBef>
                <a:spcPts val="0"/>
              </a:spcBef>
              <a:spcAft>
                <a:spcPts val="0"/>
              </a:spcAft>
              <a:buSzPts val="1000"/>
              <a:buNone/>
            </a:pPr>
            <a:r>
              <a:rPr lang="en"/>
              <a:t>  Month </a:t>
            </a:r>
            <a:endParaRPr/>
          </a:p>
        </p:txBody>
      </p:sp>
      <p:sp>
        <p:nvSpPr>
          <p:cNvPr id="1022" name="Google Shape;1022;p45"/>
          <p:cNvSpPr txBox="1">
            <a:spLocks noGrp="1"/>
          </p:cNvSpPr>
          <p:nvPr>
            <p:ph type="body" idx="1"/>
          </p:nvPr>
        </p:nvSpPr>
        <p:spPr>
          <a:xfrm>
            <a:off x="2249023" y="4137063"/>
            <a:ext cx="4936500" cy="465900"/>
          </a:xfrm>
          <a:prstGeom prst="rect">
            <a:avLst/>
          </a:prstGeom>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1000"/>
              <a:buNone/>
            </a:pPr>
            <a:r>
              <a:rPr lang="en" sz="1900">
                <a:latin typeface="Lexend Black"/>
                <a:ea typeface="Lexend Black"/>
                <a:cs typeface="Lexend Black"/>
                <a:sym typeface="Lexend Black"/>
              </a:rPr>
              <a:t>Using Microsoft Excel</a:t>
            </a:r>
            <a:endParaRPr sz="1900">
              <a:latin typeface="Lexend Black"/>
              <a:ea typeface="Lexend Black"/>
              <a:cs typeface="Lexend Black"/>
              <a:sym typeface="Lexend Black"/>
            </a:endParaRPr>
          </a:p>
          <a:p>
            <a:pPr marL="457200" lvl="0" indent="0" algn="ctr" rtl="0">
              <a:lnSpc>
                <a:spcPct val="115000"/>
              </a:lnSpc>
              <a:spcBef>
                <a:spcPts val="0"/>
              </a:spcBef>
              <a:spcAft>
                <a:spcPts val="0"/>
              </a:spcAft>
              <a:buNone/>
            </a:pPr>
            <a:endParaRPr sz="1900">
              <a:latin typeface="Lexend Black"/>
              <a:ea typeface="Lexend Black"/>
              <a:cs typeface="Lexend Black"/>
              <a:sym typeface="Lexend Black"/>
            </a:endParaRPr>
          </a:p>
        </p:txBody>
      </p:sp>
      <p:sp>
        <p:nvSpPr>
          <p:cNvPr id="1023" name="Google Shape;1023;p45"/>
          <p:cNvSpPr txBox="1">
            <a:spLocks noGrp="1"/>
          </p:cNvSpPr>
          <p:nvPr>
            <p:ph type="title" idx="3"/>
          </p:nvPr>
        </p:nvSpPr>
        <p:spPr>
          <a:xfrm rot="-555761">
            <a:off x="7143932" y="2164947"/>
            <a:ext cx="1047458" cy="301246"/>
          </a:xfrm>
          <a:prstGeom prst="rect">
            <a:avLst/>
          </a:prstGeom>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rgbClr val="000000"/>
              </a:buClr>
              <a:buSzPts val="900"/>
              <a:buFont typeface="Arial"/>
              <a:buNone/>
            </a:pPr>
            <a:r>
              <a:rPr lang="en"/>
              <a:t>Year</a:t>
            </a:r>
            <a:endParaRPr/>
          </a:p>
        </p:txBody>
      </p:sp>
      <p:sp>
        <p:nvSpPr>
          <p:cNvPr id="1024" name="Google Shape;1024;p45"/>
          <p:cNvSpPr txBox="1">
            <a:spLocks noGrp="1"/>
          </p:cNvSpPr>
          <p:nvPr>
            <p:ph type="subTitle" idx="4"/>
          </p:nvPr>
        </p:nvSpPr>
        <p:spPr>
          <a:xfrm rot="-1263439">
            <a:off x="738822" y="1166071"/>
            <a:ext cx="1059556" cy="237616"/>
          </a:xfrm>
          <a:prstGeom prst="rect">
            <a:avLst/>
          </a:prstGeom>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1300"/>
              <a:buNone/>
            </a:pPr>
            <a:r>
              <a:rPr lang="en" sz="1200"/>
              <a:t>Sales</a:t>
            </a:r>
            <a:endParaRPr sz="1200"/>
          </a:p>
        </p:txBody>
      </p:sp>
      <p:sp>
        <p:nvSpPr>
          <p:cNvPr id="1025" name="Google Shape;1025;p45"/>
          <p:cNvSpPr txBox="1">
            <a:spLocks noGrp="1"/>
          </p:cNvSpPr>
          <p:nvPr>
            <p:ph type="subTitle" idx="4"/>
          </p:nvPr>
        </p:nvSpPr>
        <p:spPr>
          <a:xfrm rot="1141573">
            <a:off x="6732759" y="961565"/>
            <a:ext cx="928526" cy="302741"/>
          </a:xfrm>
          <a:prstGeom prst="rect">
            <a:avLst/>
          </a:prstGeom>
          <a:solidFill>
            <a:srgbClr val="A4C2F4"/>
          </a:solidFill>
        </p:spPr>
        <p:txBody>
          <a:bodyPr spcFirstLastPara="1" wrap="square" lIns="91425" tIns="91425" rIns="91425" bIns="91425" anchor="ctr" anchorCtr="0">
            <a:noAutofit/>
          </a:bodyPr>
          <a:lstStyle/>
          <a:p>
            <a:pPr marL="0" lvl="0" indent="0" algn="ctr" rtl="0">
              <a:spcBef>
                <a:spcPts val="0"/>
              </a:spcBef>
              <a:spcAft>
                <a:spcPts val="0"/>
              </a:spcAft>
              <a:buNone/>
            </a:pPr>
            <a:r>
              <a:rPr lang="en" sz="1100"/>
              <a:t>Profit</a:t>
            </a:r>
            <a:endParaRPr sz="1100"/>
          </a:p>
        </p:txBody>
      </p:sp>
      <p:sp>
        <p:nvSpPr>
          <p:cNvPr id="1026" name="Google Shape;1026;p45"/>
          <p:cNvSpPr txBox="1">
            <a:spLocks noGrp="1"/>
          </p:cNvSpPr>
          <p:nvPr>
            <p:ph type="title" idx="3"/>
          </p:nvPr>
        </p:nvSpPr>
        <p:spPr>
          <a:xfrm rot="1012989">
            <a:off x="1396056" y="2539102"/>
            <a:ext cx="1047446" cy="301228"/>
          </a:xfrm>
          <a:prstGeom prst="rect">
            <a:avLst/>
          </a:prstGeom>
          <a:solidFill>
            <a:srgbClr val="FFD966"/>
          </a:solidFill>
        </p:spPr>
        <p:txBody>
          <a:bodyPr spcFirstLastPara="1" wrap="square" lIns="91425" tIns="91425" rIns="91425" bIns="91425" anchor="ctr" anchorCtr="0">
            <a:noAutofit/>
          </a:bodyPr>
          <a:lstStyle/>
          <a:p>
            <a:pPr marL="0" lvl="0" indent="0" algn="l" rtl="0">
              <a:lnSpc>
                <a:spcPct val="90000"/>
              </a:lnSpc>
              <a:spcBef>
                <a:spcPts val="0"/>
              </a:spcBef>
              <a:spcAft>
                <a:spcPts val="0"/>
              </a:spcAft>
              <a:buClr>
                <a:srgbClr val="000000"/>
              </a:buClr>
              <a:buSzPts val="900"/>
              <a:buFont typeface="Arial"/>
              <a:buNone/>
            </a:pPr>
            <a:r>
              <a:rPr lang="en"/>
              <a:t>Discount</a:t>
            </a:r>
            <a:endParaRPr/>
          </a:p>
        </p:txBody>
      </p:sp>
      <p:sp>
        <p:nvSpPr>
          <p:cNvPr id="1027" name="Google Shape;1027;p45"/>
          <p:cNvSpPr txBox="1">
            <a:spLocks noGrp="1"/>
          </p:cNvSpPr>
          <p:nvPr>
            <p:ph type="subTitle" idx="4"/>
          </p:nvPr>
        </p:nvSpPr>
        <p:spPr>
          <a:xfrm rot="-1263439">
            <a:off x="1894347" y="3673558"/>
            <a:ext cx="1059556" cy="237616"/>
          </a:xfrm>
          <a:prstGeom prst="rect">
            <a:avLst/>
          </a:prstGeom>
          <a:solidFill>
            <a:srgbClr val="D5A6BD"/>
          </a:solidFill>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1300"/>
              <a:buNone/>
            </a:pPr>
            <a:r>
              <a:rPr lang="en" sz="1100"/>
              <a:t>Products</a:t>
            </a:r>
            <a:endParaRPr sz="1100"/>
          </a:p>
        </p:txBody>
      </p:sp>
      <p:sp>
        <p:nvSpPr>
          <p:cNvPr id="1028" name="Google Shape;1028;p45"/>
          <p:cNvSpPr txBox="1">
            <a:spLocks noGrp="1"/>
          </p:cNvSpPr>
          <p:nvPr>
            <p:ph type="body" idx="1"/>
          </p:nvPr>
        </p:nvSpPr>
        <p:spPr>
          <a:xfrm>
            <a:off x="4624400" y="4602975"/>
            <a:ext cx="4936500" cy="465900"/>
          </a:xfrm>
          <a:prstGeom prst="rect">
            <a:avLst/>
          </a:prstGeom>
        </p:spPr>
        <p:txBody>
          <a:bodyPr spcFirstLastPara="1" wrap="square" lIns="91425" tIns="91425" rIns="91425" bIns="91425" anchor="ctr" anchorCtr="0">
            <a:noAutofit/>
          </a:bodyPr>
          <a:lstStyle/>
          <a:p>
            <a:pPr marL="457200" lvl="0" indent="0" algn="ctr" rtl="0">
              <a:lnSpc>
                <a:spcPct val="115000"/>
              </a:lnSpc>
              <a:spcBef>
                <a:spcPts val="0"/>
              </a:spcBef>
              <a:spcAft>
                <a:spcPts val="0"/>
              </a:spcAft>
              <a:buNone/>
            </a:pPr>
            <a:r>
              <a:rPr lang="en" sz="1700">
                <a:latin typeface="Lexend"/>
                <a:ea typeface="Lexend"/>
                <a:cs typeface="Lexend"/>
                <a:sym typeface="Lexend"/>
              </a:rPr>
              <a:t>- Sangeetha Gunasekaran</a:t>
            </a:r>
            <a:endParaRPr sz="1700">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p46"/>
          <p:cNvSpPr txBox="1">
            <a:spLocks noGrp="1"/>
          </p:cNvSpPr>
          <p:nvPr>
            <p:ph type="body" idx="1"/>
          </p:nvPr>
        </p:nvSpPr>
        <p:spPr>
          <a:xfrm>
            <a:off x="1913550" y="945458"/>
            <a:ext cx="5679600" cy="3671400"/>
          </a:xfrm>
          <a:prstGeom prst="rect">
            <a:avLst/>
          </a:prstGeom>
        </p:spPr>
        <p:txBody>
          <a:bodyPr spcFirstLastPara="1" wrap="square" lIns="91425" tIns="91425" rIns="91425" bIns="91425" anchor="t" anchorCtr="0">
            <a:noAutofit/>
          </a:bodyPr>
          <a:lstStyle/>
          <a:p>
            <a:pPr marL="0" lvl="0" indent="0" algn="l" rtl="0">
              <a:lnSpc>
                <a:spcPct val="180000"/>
              </a:lnSpc>
              <a:spcBef>
                <a:spcPts val="0"/>
              </a:spcBef>
              <a:spcAft>
                <a:spcPts val="0"/>
              </a:spcAft>
              <a:buClr>
                <a:srgbClr val="000000"/>
              </a:buClr>
              <a:buSzPts val="4100"/>
              <a:buFont typeface="Arial"/>
              <a:buNone/>
            </a:pPr>
            <a:r>
              <a:rPr lang="en" sz="1400">
                <a:solidFill>
                  <a:schemeClr val="accent4"/>
                </a:solidFill>
              </a:rPr>
              <a:t>01.</a:t>
            </a:r>
            <a:r>
              <a:rPr lang="en" sz="1400"/>
              <a:t> </a:t>
            </a:r>
            <a:r>
              <a:rPr lang="en" sz="1400">
                <a:solidFill>
                  <a:srgbClr val="000000"/>
                </a:solidFill>
              </a:rPr>
              <a:t>Searching and Filtering Data</a:t>
            </a:r>
            <a:endParaRPr sz="1400"/>
          </a:p>
          <a:p>
            <a:pPr marL="0" lvl="0" indent="0" algn="l" rtl="0">
              <a:lnSpc>
                <a:spcPct val="180000"/>
              </a:lnSpc>
              <a:spcBef>
                <a:spcPts val="0"/>
              </a:spcBef>
              <a:spcAft>
                <a:spcPts val="0"/>
              </a:spcAft>
              <a:buClr>
                <a:srgbClr val="000000"/>
              </a:buClr>
              <a:buSzPts val="4100"/>
              <a:buFont typeface="Arial"/>
              <a:buNone/>
            </a:pPr>
            <a:r>
              <a:rPr lang="en" sz="1400">
                <a:solidFill>
                  <a:schemeClr val="accent4"/>
                </a:solidFill>
              </a:rPr>
              <a:t>02.</a:t>
            </a:r>
            <a:r>
              <a:rPr lang="en" sz="1400">
                <a:solidFill>
                  <a:schemeClr val="dk2"/>
                </a:solidFill>
              </a:rPr>
              <a:t> </a:t>
            </a:r>
            <a:r>
              <a:rPr lang="en" sz="1400">
                <a:solidFill>
                  <a:srgbClr val="000000"/>
                </a:solidFill>
              </a:rPr>
              <a:t>Data Cleaning with Text Functions</a:t>
            </a:r>
            <a:endParaRPr sz="1400"/>
          </a:p>
          <a:p>
            <a:pPr marL="0" lvl="0" indent="0" algn="l" rtl="0">
              <a:lnSpc>
                <a:spcPct val="180000"/>
              </a:lnSpc>
              <a:spcBef>
                <a:spcPts val="0"/>
              </a:spcBef>
              <a:spcAft>
                <a:spcPts val="0"/>
              </a:spcAft>
              <a:buClr>
                <a:srgbClr val="000000"/>
              </a:buClr>
              <a:buSzPts val="4100"/>
              <a:buFont typeface="Arial"/>
              <a:buNone/>
            </a:pPr>
            <a:r>
              <a:rPr lang="en" sz="1400">
                <a:solidFill>
                  <a:schemeClr val="accent4"/>
                </a:solidFill>
              </a:rPr>
              <a:t>03.</a:t>
            </a:r>
            <a:r>
              <a:rPr lang="en" sz="1400"/>
              <a:t> </a:t>
            </a:r>
            <a:r>
              <a:rPr lang="en" sz="1400">
                <a:solidFill>
                  <a:srgbClr val="000000"/>
                </a:solidFill>
              </a:rPr>
              <a:t>Merging Data</a:t>
            </a:r>
            <a:endParaRPr sz="1400"/>
          </a:p>
          <a:p>
            <a:pPr marL="0" lvl="0" indent="0" algn="l" rtl="0">
              <a:lnSpc>
                <a:spcPct val="180000"/>
              </a:lnSpc>
              <a:spcBef>
                <a:spcPts val="0"/>
              </a:spcBef>
              <a:spcAft>
                <a:spcPts val="0"/>
              </a:spcAft>
              <a:buClr>
                <a:srgbClr val="000000"/>
              </a:buClr>
              <a:buSzPts val="4100"/>
              <a:buFont typeface="Arial"/>
              <a:buNone/>
            </a:pPr>
            <a:r>
              <a:rPr lang="en" sz="1400">
                <a:solidFill>
                  <a:schemeClr val="accent4"/>
                </a:solidFill>
              </a:rPr>
              <a:t>04.</a:t>
            </a:r>
            <a:r>
              <a:rPr lang="en" sz="1400">
                <a:solidFill>
                  <a:schemeClr val="dk2"/>
                </a:solidFill>
              </a:rPr>
              <a:t> </a:t>
            </a:r>
            <a:r>
              <a:rPr lang="en" sz="1400">
                <a:solidFill>
                  <a:srgbClr val="000000"/>
                </a:solidFill>
              </a:rPr>
              <a:t>Excel Formulas</a:t>
            </a:r>
            <a:endParaRPr sz="1400"/>
          </a:p>
          <a:p>
            <a:pPr marL="0" lvl="0" indent="0" algn="l" rtl="0">
              <a:lnSpc>
                <a:spcPct val="180000"/>
              </a:lnSpc>
              <a:spcBef>
                <a:spcPts val="0"/>
              </a:spcBef>
              <a:spcAft>
                <a:spcPts val="0"/>
              </a:spcAft>
              <a:buClr>
                <a:srgbClr val="000000"/>
              </a:buClr>
              <a:buSzPts val="4100"/>
              <a:buFont typeface="Arial"/>
              <a:buNone/>
            </a:pPr>
            <a:r>
              <a:rPr lang="en" sz="1400">
                <a:solidFill>
                  <a:schemeClr val="accent4"/>
                </a:solidFill>
              </a:rPr>
              <a:t>05.</a:t>
            </a:r>
            <a:r>
              <a:rPr lang="en" sz="1400"/>
              <a:t> </a:t>
            </a:r>
            <a:r>
              <a:rPr lang="en" sz="1400">
                <a:solidFill>
                  <a:srgbClr val="000000"/>
                </a:solidFill>
              </a:rPr>
              <a:t>Pivot Tables</a:t>
            </a:r>
            <a:endParaRPr sz="1400"/>
          </a:p>
          <a:p>
            <a:pPr marL="0" lvl="0" indent="0" algn="l" rtl="0">
              <a:lnSpc>
                <a:spcPct val="180000"/>
              </a:lnSpc>
              <a:spcBef>
                <a:spcPts val="0"/>
              </a:spcBef>
              <a:spcAft>
                <a:spcPts val="0"/>
              </a:spcAft>
              <a:buClr>
                <a:srgbClr val="000000"/>
              </a:buClr>
              <a:buSzPts val="4100"/>
              <a:buFont typeface="Arial"/>
              <a:buNone/>
            </a:pPr>
            <a:r>
              <a:rPr lang="en" sz="1400">
                <a:solidFill>
                  <a:schemeClr val="accent4"/>
                </a:solidFill>
              </a:rPr>
              <a:t>06.</a:t>
            </a:r>
            <a:r>
              <a:rPr lang="en" sz="1400">
                <a:solidFill>
                  <a:schemeClr val="dk2"/>
                </a:solidFill>
              </a:rPr>
              <a:t> </a:t>
            </a:r>
            <a:r>
              <a:rPr lang="en" sz="1400">
                <a:solidFill>
                  <a:srgbClr val="000000"/>
                </a:solidFill>
              </a:rPr>
              <a:t>Charts</a:t>
            </a:r>
            <a:endParaRPr sz="1400"/>
          </a:p>
          <a:p>
            <a:pPr marL="0" lvl="0" indent="0" algn="l" rtl="0">
              <a:lnSpc>
                <a:spcPct val="180000"/>
              </a:lnSpc>
              <a:spcBef>
                <a:spcPts val="0"/>
              </a:spcBef>
              <a:spcAft>
                <a:spcPts val="0"/>
              </a:spcAft>
              <a:buClr>
                <a:srgbClr val="000000"/>
              </a:buClr>
              <a:buSzPts val="4100"/>
              <a:buFont typeface="Arial"/>
              <a:buNone/>
            </a:pPr>
            <a:r>
              <a:rPr lang="en" sz="1400">
                <a:solidFill>
                  <a:schemeClr val="accent4"/>
                </a:solidFill>
              </a:rPr>
              <a:t>07.</a:t>
            </a:r>
            <a:r>
              <a:rPr lang="en" sz="1400">
                <a:solidFill>
                  <a:schemeClr val="dk2"/>
                </a:solidFill>
              </a:rPr>
              <a:t> </a:t>
            </a:r>
            <a:r>
              <a:rPr lang="en" sz="1400">
                <a:solidFill>
                  <a:srgbClr val="000000"/>
                </a:solidFill>
              </a:rPr>
              <a:t>Regression Analysis</a:t>
            </a:r>
            <a:endParaRPr sz="1400"/>
          </a:p>
          <a:p>
            <a:pPr marL="0" lvl="0" indent="0" algn="l" rtl="0">
              <a:lnSpc>
                <a:spcPct val="180000"/>
              </a:lnSpc>
              <a:spcBef>
                <a:spcPts val="0"/>
              </a:spcBef>
              <a:spcAft>
                <a:spcPts val="0"/>
              </a:spcAft>
              <a:buClr>
                <a:srgbClr val="000000"/>
              </a:buClr>
              <a:buSzPts val="4100"/>
              <a:buFont typeface="Arial"/>
              <a:buNone/>
            </a:pPr>
            <a:r>
              <a:rPr lang="en" sz="1400">
                <a:solidFill>
                  <a:schemeClr val="accent4"/>
                </a:solidFill>
              </a:rPr>
              <a:t>08.</a:t>
            </a:r>
            <a:r>
              <a:rPr lang="en" sz="1400">
                <a:solidFill>
                  <a:schemeClr val="dk2"/>
                </a:solidFill>
              </a:rPr>
              <a:t> </a:t>
            </a:r>
            <a:r>
              <a:rPr lang="en" sz="1400">
                <a:solidFill>
                  <a:srgbClr val="000000"/>
                </a:solidFill>
              </a:rPr>
              <a:t>Stacked Bar Chart</a:t>
            </a:r>
            <a:endParaRPr sz="1400"/>
          </a:p>
          <a:p>
            <a:pPr marL="0" lvl="0" indent="0" algn="l" rtl="0">
              <a:lnSpc>
                <a:spcPct val="180000"/>
              </a:lnSpc>
              <a:spcBef>
                <a:spcPts val="0"/>
              </a:spcBef>
              <a:spcAft>
                <a:spcPts val="0"/>
              </a:spcAft>
              <a:buClr>
                <a:srgbClr val="000000"/>
              </a:buClr>
              <a:buSzPts val="4100"/>
              <a:buFont typeface="Arial"/>
              <a:buNone/>
            </a:pPr>
            <a:r>
              <a:rPr lang="en" sz="1400">
                <a:solidFill>
                  <a:schemeClr val="accent4"/>
                </a:solidFill>
              </a:rPr>
              <a:t>09.</a:t>
            </a:r>
            <a:r>
              <a:rPr lang="en" sz="1400">
                <a:solidFill>
                  <a:schemeClr val="dk2"/>
                </a:solidFill>
              </a:rPr>
              <a:t> </a:t>
            </a:r>
            <a:r>
              <a:rPr lang="en" sz="1400">
                <a:solidFill>
                  <a:srgbClr val="000000"/>
                </a:solidFill>
              </a:rPr>
              <a:t>Basic Dashboard</a:t>
            </a:r>
            <a:endParaRPr sz="1400">
              <a:solidFill>
                <a:srgbClr val="000000"/>
              </a:solidFill>
            </a:endParaRPr>
          </a:p>
          <a:p>
            <a:pPr marL="0" lvl="0" indent="0" algn="l" rtl="0">
              <a:lnSpc>
                <a:spcPct val="180000"/>
              </a:lnSpc>
              <a:spcBef>
                <a:spcPts val="0"/>
              </a:spcBef>
              <a:spcAft>
                <a:spcPts val="0"/>
              </a:spcAft>
              <a:buClr>
                <a:srgbClr val="000000"/>
              </a:buClr>
              <a:buSzPts val="4100"/>
              <a:buFont typeface="Arial"/>
              <a:buNone/>
            </a:pPr>
            <a:r>
              <a:rPr lang="en" sz="1400">
                <a:solidFill>
                  <a:schemeClr val="accent4"/>
                </a:solidFill>
              </a:rPr>
              <a:t>10. </a:t>
            </a:r>
            <a:r>
              <a:rPr lang="en" sz="1400">
                <a:solidFill>
                  <a:srgbClr val="000000"/>
                </a:solidFill>
              </a:rPr>
              <a:t>Highlight High Performers (Conditional Formatting)</a:t>
            </a:r>
            <a:endParaRPr sz="1400">
              <a:solidFill>
                <a:srgbClr val="000000"/>
              </a:solidFill>
            </a:endParaRPr>
          </a:p>
        </p:txBody>
      </p:sp>
      <p:sp>
        <p:nvSpPr>
          <p:cNvPr id="1034" name="Google Shape;1034;p46"/>
          <p:cNvSpPr txBox="1">
            <a:spLocks noGrp="1"/>
          </p:cNvSpPr>
          <p:nvPr>
            <p:ph type="title"/>
          </p:nvPr>
        </p:nvSpPr>
        <p:spPr>
          <a:xfrm rot="-289081">
            <a:off x="773496" y="315797"/>
            <a:ext cx="2100221" cy="569601"/>
          </a:xfrm>
          <a:prstGeom prst="rect">
            <a:avLst/>
          </a:prstGeom>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rgbClr val="000000"/>
              </a:buClr>
              <a:buSzPts val="900"/>
              <a:buFont typeface="Arial"/>
              <a:buNone/>
            </a:pPr>
            <a:r>
              <a:rPr lang="en"/>
              <a:t>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47"/>
          <p:cNvSpPr txBox="1">
            <a:spLocks noGrp="1"/>
          </p:cNvSpPr>
          <p:nvPr>
            <p:ph type="body" idx="1"/>
          </p:nvPr>
        </p:nvSpPr>
        <p:spPr>
          <a:xfrm>
            <a:off x="925650" y="1204025"/>
            <a:ext cx="3646500" cy="3671400"/>
          </a:xfrm>
          <a:prstGeom prst="rect">
            <a:avLst/>
          </a:prstGeom>
        </p:spPr>
        <p:txBody>
          <a:bodyPr spcFirstLastPara="1" wrap="square" lIns="91425" tIns="91425" rIns="91425" bIns="91425" anchor="t" anchorCtr="0">
            <a:normAutofit fontScale="92500"/>
          </a:bodyPr>
          <a:lstStyle/>
          <a:p>
            <a:pPr marL="457200" lvl="0" indent="-316706" algn="l" rtl="0">
              <a:spcBef>
                <a:spcPts val="0"/>
              </a:spcBef>
              <a:spcAft>
                <a:spcPts val="0"/>
              </a:spcAft>
              <a:buSzPct val="100000"/>
              <a:buChar char="●"/>
            </a:pPr>
            <a:r>
              <a:rPr lang="en"/>
              <a:t>Used Filters to filter </a:t>
            </a:r>
            <a:r>
              <a:rPr lang="en" b="1">
                <a:latin typeface="Manrope"/>
                <a:ea typeface="Manrope"/>
                <a:cs typeface="Manrope"/>
                <a:sym typeface="Manrope"/>
              </a:rPr>
              <a:t>Electronics </a:t>
            </a:r>
            <a:r>
              <a:rPr lang="en"/>
              <a:t>sales happened in  </a:t>
            </a:r>
            <a:r>
              <a:rPr lang="en" b="1">
                <a:latin typeface="Manrope"/>
                <a:ea typeface="Manrope"/>
                <a:cs typeface="Manrope"/>
                <a:sym typeface="Manrope"/>
              </a:rPr>
              <a:t>2024</a:t>
            </a:r>
            <a:r>
              <a:rPr lang="en"/>
              <a:t> for </a:t>
            </a:r>
            <a:r>
              <a:rPr lang="en" b="1">
                <a:latin typeface="Manrope"/>
                <a:ea typeface="Manrope"/>
                <a:cs typeface="Manrope"/>
                <a:sym typeface="Manrope"/>
              </a:rPr>
              <a:t>South region</a:t>
            </a:r>
            <a:endParaRPr b="1">
              <a:latin typeface="Manrope"/>
              <a:ea typeface="Manrope"/>
              <a:cs typeface="Manrope"/>
              <a:sym typeface="Manrope"/>
            </a:endParaRPr>
          </a:p>
          <a:p>
            <a:pPr marL="457200" lvl="0" indent="-316706" algn="l" rtl="0">
              <a:spcBef>
                <a:spcPts val="0"/>
              </a:spcBef>
              <a:spcAft>
                <a:spcPts val="0"/>
              </a:spcAft>
              <a:buSzPct val="100000"/>
              <a:buChar char="●"/>
            </a:pPr>
            <a:r>
              <a:rPr lang="en"/>
              <a:t>Used Pivot table &amp; grouped order date to show month-wise 2024 sales. </a:t>
            </a:r>
            <a:endParaRPr/>
          </a:p>
          <a:p>
            <a:pPr marL="457200" lvl="0" indent="-316706" algn="l" rtl="0">
              <a:spcBef>
                <a:spcPts val="0"/>
              </a:spcBef>
              <a:spcAft>
                <a:spcPts val="0"/>
              </a:spcAft>
              <a:buSzPct val="100000"/>
              <a:buChar char="●"/>
            </a:pPr>
            <a:r>
              <a:rPr lang="en"/>
              <a:t>Summed up Sales and placed month, year data in rows to get month wise total Electronics sales data for 2024 in South region</a:t>
            </a:r>
            <a:endParaRPr/>
          </a:p>
        </p:txBody>
      </p:sp>
      <p:sp>
        <p:nvSpPr>
          <p:cNvPr id="1040" name="Google Shape;1040;p47"/>
          <p:cNvSpPr txBox="1">
            <a:spLocks noGrp="1"/>
          </p:cNvSpPr>
          <p:nvPr>
            <p:ph type="title"/>
          </p:nvPr>
        </p:nvSpPr>
        <p:spPr>
          <a:xfrm rot="-289095">
            <a:off x="247228" y="351643"/>
            <a:ext cx="2953738" cy="569601"/>
          </a:xfrm>
          <a:prstGeom prst="rect">
            <a:avLst/>
          </a:prstGeom>
        </p:spPr>
        <p:txBody>
          <a:bodyPr spcFirstLastPara="1" wrap="square" lIns="91425" tIns="91425" rIns="91425" bIns="91425" anchor="ctr" anchorCtr="0">
            <a:noAutofit/>
          </a:bodyPr>
          <a:lstStyle/>
          <a:p>
            <a:pPr marL="457200" lvl="0" indent="-419100" algn="ctr" rtl="0">
              <a:spcBef>
                <a:spcPts val="0"/>
              </a:spcBef>
              <a:spcAft>
                <a:spcPts val="0"/>
              </a:spcAft>
              <a:buSzPts val="3000"/>
              <a:buAutoNum type="arabicPeriod"/>
            </a:pPr>
            <a:r>
              <a:rPr lang="en"/>
              <a:t>Searching &amp; Filtering Data</a:t>
            </a:r>
            <a:endParaRPr/>
          </a:p>
        </p:txBody>
      </p:sp>
      <p:sp>
        <p:nvSpPr>
          <p:cNvPr id="1041" name="Google Shape;1041;p47"/>
          <p:cNvSpPr txBox="1">
            <a:spLocks noGrp="1"/>
          </p:cNvSpPr>
          <p:nvPr>
            <p:ph type="body" idx="1"/>
          </p:nvPr>
        </p:nvSpPr>
        <p:spPr>
          <a:xfrm>
            <a:off x="4457500" y="3489450"/>
            <a:ext cx="4610400" cy="3671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sz="1400" dirty="0"/>
              <a:t>Selected the Pivot result and inserted bar chart to visualize the trend. </a:t>
            </a:r>
            <a:endParaRPr sz="1400" dirty="0"/>
          </a:p>
          <a:p>
            <a:pPr marL="0" lvl="0" indent="0" algn="l" rtl="0">
              <a:spcBef>
                <a:spcPts val="0"/>
              </a:spcBef>
              <a:spcAft>
                <a:spcPts val="0"/>
              </a:spcAft>
              <a:buNone/>
            </a:pPr>
            <a:r>
              <a:rPr lang="en" sz="1400" dirty="0">
                <a:highlight>
                  <a:srgbClr val="FFC205"/>
                </a:highlight>
              </a:rPr>
              <a:t>Highlighted </a:t>
            </a:r>
            <a:r>
              <a:rPr lang="en" sz="1400" b="1" dirty="0">
                <a:highlight>
                  <a:srgbClr val="FFC205"/>
                </a:highlight>
                <a:latin typeface="Manrope"/>
                <a:ea typeface="Manrope"/>
                <a:cs typeface="Manrope"/>
                <a:sym typeface="Manrope"/>
              </a:rPr>
              <a:t>top 3 performing months</a:t>
            </a:r>
            <a:r>
              <a:rPr lang="en" sz="1400" dirty="0">
                <a:highlight>
                  <a:srgbClr val="FFC205"/>
                </a:highlight>
              </a:rPr>
              <a:t> of South in Electronics  </a:t>
            </a:r>
            <a:r>
              <a:rPr lang="en" sz="1400" b="1" dirty="0">
                <a:highlight>
                  <a:srgbClr val="FFC205"/>
                </a:highlight>
                <a:latin typeface="Manrope"/>
                <a:ea typeface="Manrope"/>
                <a:cs typeface="Manrope"/>
                <a:sym typeface="Manrope"/>
              </a:rPr>
              <a:t>(April, May &amp; August).</a:t>
            </a:r>
            <a:endParaRPr sz="1400" b="1" dirty="0">
              <a:highlight>
                <a:srgbClr val="FFC205"/>
              </a:highlight>
              <a:latin typeface="Manrope"/>
              <a:ea typeface="Manrope"/>
              <a:cs typeface="Manrope"/>
              <a:sym typeface="Manrope"/>
            </a:endParaRPr>
          </a:p>
          <a:p>
            <a:pPr marL="457200" lvl="0" indent="0" algn="l" rtl="0">
              <a:spcBef>
                <a:spcPts val="0"/>
              </a:spcBef>
              <a:spcAft>
                <a:spcPts val="0"/>
              </a:spcAft>
              <a:buNone/>
            </a:pPr>
            <a:endParaRPr dirty="0"/>
          </a:p>
        </p:txBody>
      </p:sp>
      <p:pic>
        <p:nvPicPr>
          <p:cNvPr id="1042" name="Google Shape;1042;p47"/>
          <p:cNvPicPr preferRelativeResize="0"/>
          <p:nvPr/>
        </p:nvPicPr>
        <p:blipFill>
          <a:blip r:embed="rId3">
            <a:alphaModFix/>
          </a:blip>
          <a:stretch>
            <a:fillRect/>
          </a:stretch>
        </p:blipFill>
        <p:spPr>
          <a:xfrm>
            <a:off x="4457501" y="555738"/>
            <a:ext cx="4457899" cy="267947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48"/>
          <p:cNvSpPr txBox="1">
            <a:spLocks noGrp="1"/>
          </p:cNvSpPr>
          <p:nvPr>
            <p:ph type="body" idx="1"/>
          </p:nvPr>
        </p:nvSpPr>
        <p:spPr>
          <a:xfrm>
            <a:off x="4177600" y="1228865"/>
            <a:ext cx="4845600" cy="3671400"/>
          </a:xfrm>
          <a:prstGeom prst="rect">
            <a:avLst/>
          </a:prstGeom>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rgbClr val="000000"/>
              </a:buClr>
              <a:buSzPts val="1300"/>
              <a:buFont typeface="Arial"/>
              <a:buChar char="●"/>
            </a:pPr>
            <a:r>
              <a:rPr lang="en" sz="1300">
                <a:solidFill>
                  <a:srgbClr val="000000"/>
                </a:solidFill>
              </a:rPr>
              <a:t>Used </a:t>
            </a:r>
            <a:r>
              <a:rPr lang="en" sz="1300" u="sng">
                <a:solidFill>
                  <a:srgbClr val="000000"/>
                </a:solidFill>
                <a:highlight>
                  <a:srgbClr val="FFFF00"/>
                </a:highlight>
              </a:rPr>
              <a:t>PROPER, TRIM &amp; CLEAN functions </a:t>
            </a:r>
            <a:r>
              <a:rPr lang="en" sz="1300">
                <a:solidFill>
                  <a:srgbClr val="000000"/>
                </a:solidFill>
              </a:rPr>
              <a:t>to clean &amp; Standardize the Region and Product Category columns.</a:t>
            </a:r>
            <a:endParaRPr sz="1300">
              <a:solidFill>
                <a:srgbClr val="000000"/>
              </a:solidFill>
            </a:endParaRPr>
          </a:p>
          <a:p>
            <a:pPr marL="457200" lvl="0" indent="0" algn="l" rtl="0">
              <a:lnSpc>
                <a:spcPct val="115000"/>
              </a:lnSpc>
              <a:spcBef>
                <a:spcPts val="0"/>
              </a:spcBef>
              <a:spcAft>
                <a:spcPts val="0"/>
              </a:spcAft>
              <a:buNone/>
            </a:pPr>
            <a:endParaRPr sz="1300">
              <a:solidFill>
                <a:srgbClr val="000000"/>
              </a:solidFill>
            </a:endParaRPr>
          </a:p>
          <a:p>
            <a:pPr marL="457200" lvl="0" indent="-311150" algn="l" rtl="0">
              <a:lnSpc>
                <a:spcPct val="115000"/>
              </a:lnSpc>
              <a:spcBef>
                <a:spcPts val="0"/>
              </a:spcBef>
              <a:spcAft>
                <a:spcPts val="0"/>
              </a:spcAft>
              <a:buClr>
                <a:srgbClr val="000000"/>
              </a:buClr>
              <a:buSzPts val="1300"/>
              <a:buFont typeface="Arial"/>
              <a:buChar char="●"/>
            </a:pPr>
            <a:r>
              <a:rPr lang="en" sz="1300">
                <a:solidFill>
                  <a:srgbClr val="000000"/>
                </a:solidFill>
              </a:rPr>
              <a:t>Instead of normal </a:t>
            </a:r>
            <a:r>
              <a:rPr lang="en" sz="1300">
                <a:solidFill>
                  <a:srgbClr val="000000"/>
                </a:solidFill>
                <a:highlight>
                  <a:srgbClr val="FBD5B5"/>
                </a:highlight>
              </a:rPr>
              <a:t>SUBSTITUTE</a:t>
            </a:r>
            <a:r>
              <a:rPr lang="en" sz="1300">
                <a:solidFill>
                  <a:srgbClr val="000000"/>
                </a:solidFill>
              </a:rPr>
              <a:t> function for replacing special characters  one by one, used </a:t>
            </a:r>
            <a:r>
              <a:rPr lang="en" sz="1300" u="sng">
                <a:solidFill>
                  <a:srgbClr val="000000"/>
                </a:solidFill>
                <a:highlight>
                  <a:srgbClr val="FFFF00"/>
                </a:highlight>
              </a:rPr>
              <a:t>POWER QUERY EDITOR</a:t>
            </a:r>
            <a:r>
              <a:rPr lang="en" sz="1300">
                <a:solidFill>
                  <a:srgbClr val="000000"/>
                </a:solidFill>
              </a:rPr>
              <a:t> to remove all special characters in one go.</a:t>
            </a:r>
            <a:endParaRPr sz="1300">
              <a:solidFill>
                <a:srgbClr val="000000"/>
              </a:solidFill>
            </a:endParaRPr>
          </a:p>
          <a:p>
            <a:pPr marL="0" lvl="0" indent="457200" algn="l" rtl="0">
              <a:lnSpc>
                <a:spcPct val="115000"/>
              </a:lnSpc>
              <a:spcBef>
                <a:spcPts val="0"/>
              </a:spcBef>
              <a:spcAft>
                <a:spcPts val="0"/>
              </a:spcAft>
              <a:buNone/>
            </a:pPr>
            <a:r>
              <a:rPr lang="en" sz="1300">
                <a:solidFill>
                  <a:srgbClr val="000000"/>
                </a:solidFill>
              </a:rPr>
              <a:t>Formula used in Power query Editor</a:t>
            </a:r>
            <a:endParaRPr sz="1300">
              <a:solidFill>
                <a:srgbClr val="000000"/>
              </a:solidFill>
            </a:endParaRPr>
          </a:p>
          <a:p>
            <a:pPr marL="0" lvl="0" indent="457200" algn="l" rtl="0">
              <a:lnSpc>
                <a:spcPct val="115000"/>
              </a:lnSpc>
              <a:spcBef>
                <a:spcPts val="0"/>
              </a:spcBef>
              <a:spcAft>
                <a:spcPts val="0"/>
              </a:spcAft>
              <a:buNone/>
            </a:pPr>
            <a:r>
              <a:rPr lang="en" sz="1200">
                <a:solidFill>
                  <a:srgbClr val="000000"/>
                </a:solidFill>
                <a:latin typeface="Oswald Medium"/>
                <a:ea typeface="Oswald Medium"/>
                <a:cs typeface="Oswald Medium"/>
                <a:sym typeface="Oswald Medium"/>
              </a:rPr>
              <a:t>Text.Select([YourColumnName],List.Combine({{"A".."Z"},{"a".."z"},{" "}}))</a:t>
            </a:r>
            <a:endParaRPr sz="1200">
              <a:solidFill>
                <a:srgbClr val="000000"/>
              </a:solidFill>
              <a:latin typeface="Oswald Medium"/>
              <a:ea typeface="Oswald Medium"/>
              <a:cs typeface="Oswald Medium"/>
              <a:sym typeface="Oswald Medium"/>
            </a:endParaRPr>
          </a:p>
          <a:p>
            <a:pPr marL="0" lvl="0" indent="0" algn="l" rtl="0">
              <a:lnSpc>
                <a:spcPct val="115000"/>
              </a:lnSpc>
              <a:spcBef>
                <a:spcPts val="0"/>
              </a:spcBef>
              <a:spcAft>
                <a:spcPts val="0"/>
              </a:spcAft>
              <a:buNone/>
            </a:pPr>
            <a:endParaRPr sz="1300">
              <a:solidFill>
                <a:srgbClr val="000000"/>
              </a:solidFill>
            </a:endParaRPr>
          </a:p>
          <a:p>
            <a:pPr marL="457200" lvl="0" indent="-311150" algn="l" rtl="0">
              <a:lnSpc>
                <a:spcPct val="115000"/>
              </a:lnSpc>
              <a:spcBef>
                <a:spcPts val="0"/>
              </a:spcBef>
              <a:spcAft>
                <a:spcPts val="0"/>
              </a:spcAft>
              <a:buClr>
                <a:srgbClr val="000000"/>
              </a:buClr>
              <a:buSzPts val="1300"/>
              <a:buFont typeface="Arial"/>
              <a:buChar char="●"/>
            </a:pPr>
            <a:r>
              <a:rPr lang="en" sz="1300">
                <a:solidFill>
                  <a:srgbClr val="000000"/>
                </a:solidFill>
              </a:rPr>
              <a:t>As a last step, Used </a:t>
            </a:r>
            <a:r>
              <a:rPr lang="en" sz="1300" u="sng">
                <a:solidFill>
                  <a:srgbClr val="000000"/>
                </a:solidFill>
                <a:highlight>
                  <a:srgbClr val="FFFF00"/>
                </a:highlight>
              </a:rPr>
              <a:t>FIND &amp; REPLACE </a:t>
            </a:r>
            <a:r>
              <a:rPr lang="en" sz="1300">
                <a:solidFill>
                  <a:srgbClr val="000000"/>
                </a:solidFill>
              </a:rPr>
              <a:t> operations to replace some uncleanable data.</a:t>
            </a:r>
            <a:endParaRPr sz="1300">
              <a:solidFill>
                <a:srgbClr val="000000"/>
              </a:solidFill>
            </a:endParaRPr>
          </a:p>
          <a:p>
            <a:pPr marL="457200" lvl="0" indent="0" algn="l" rtl="0">
              <a:lnSpc>
                <a:spcPct val="115000"/>
              </a:lnSpc>
              <a:spcBef>
                <a:spcPts val="0"/>
              </a:spcBef>
              <a:spcAft>
                <a:spcPts val="0"/>
              </a:spcAft>
              <a:buNone/>
            </a:pPr>
            <a:endParaRPr sz="1200">
              <a:solidFill>
                <a:srgbClr val="000000"/>
              </a:solidFill>
            </a:endParaRPr>
          </a:p>
        </p:txBody>
      </p:sp>
      <p:sp>
        <p:nvSpPr>
          <p:cNvPr id="1048" name="Google Shape;1048;p48"/>
          <p:cNvSpPr txBox="1">
            <a:spLocks noGrp="1"/>
          </p:cNvSpPr>
          <p:nvPr>
            <p:ph type="title"/>
          </p:nvPr>
        </p:nvSpPr>
        <p:spPr>
          <a:xfrm rot="-289113">
            <a:off x="816947" y="569376"/>
            <a:ext cx="2703555" cy="7860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sz="2800"/>
          </a:p>
          <a:p>
            <a:pPr marL="0" lvl="0" indent="0" algn="ctr" rtl="0">
              <a:spcBef>
                <a:spcPts val="0"/>
              </a:spcBef>
              <a:spcAft>
                <a:spcPts val="0"/>
              </a:spcAft>
              <a:buNone/>
            </a:pPr>
            <a:r>
              <a:rPr lang="en" sz="2800"/>
              <a:t>2. D</a:t>
            </a:r>
            <a:r>
              <a:rPr lang="en" sz="2800" b="1">
                <a:solidFill>
                  <a:srgbClr val="000000"/>
                </a:solidFill>
              </a:rPr>
              <a:t>ata Cleaning with Text Functions</a:t>
            </a:r>
            <a:endParaRPr sz="2800" b="1">
              <a:solidFill>
                <a:srgbClr val="000000"/>
              </a:solidFill>
            </a:endParaRPr>
          </a:p>
          <a:p>
            <a:pPr marL="0" lvl="0" indent="0" algn="ctr" rtl="0">
              <a:spcBef>
                <a:spcPts val="0"/>
              </a:spcBef>
              <a:spcAft>
                <a:spcPts val="0"/>
              </a:spcAft>
              <a:buNone/>
            </a:pPr>
            <a:endParaRPr/>
          </a:p>
        </p:txBody>
      </p:sp>
      <p:sp>
        <p:nvSpPr>
          <p:cNvPr id="1049" name="Google Shape;1049;p48"/>
          <p:cNvSpPr txBox="1">
            <a:spLocks noGrp="1"/>
          </p:cNvSpPr>
          <p:nvPr>
            <p:ph type="body" idx="1"/>
          </p:nvPr>
        </p:nvSpPr>
        <p:spPr>
          <a:xfrm>
            <a:off x="565569" y="2155085"/>
            <a:ext cx="4072200" cy="3018300"/>
          </a:xfrm>
          <a:prstGeom prst="rect">
            <a:avLst/>
          </a:prstGeom>
        </p:spPr>
        <p:txBody>
          <a:bodyPr spcFirstLastPara="1" wrap="square" lIns="91425" tIns="91425" rIns="91425" bIns="91425" anchor="t" anchorCtr="0">
            <a:normAutofit/>
          </a:bodyPr>
          <a:lstStyle/>
          <a:p>
            <a:pPr marL="457200" lvl="0" indent="-311150" algn="l" rtl="0">
              <a:lnSpc>
                <a:spcPct val="115000"/>
              </a:lnSpc>
              <a:spcBef>
                <a:spcPts val="0"/>
              </a:spcBef>
              <a:spcAft>
                <a:spcPts val="0"/>
              </a:spcAft>
              <a:buClr>
                <a:srgbClr val="000000"/>
              </a:buClr>
              <a:buSzPts val="1300"/>
              <a:buFont typeface="Manrope Medium"/>
              <a:buChar char="●"/>
            </a:pPr>
            <a:r>
              <a:rPr lang="en" sz="1300">
                <a:solidFill>
                  <a:srgbClr val="000000"/>
                </a:solidFill>
              </a:rPr>
              <a:t>Order ID - As Order IDs are identifiers, not values have changed Datatype to Text</a:t>
            </a:r>
            <a:endParaRPr sz="1300">
              <a:solidFill>
                <a:srgbClr val="000000"/>
              </a:solidFill>
            </a:endParaRPr>
          </a:p>
          <a:p>
            <a:pPr marL="457200" lvl="0" indent="0" algn="l" rtl="0">
              <a:lnSpc>
                <a:spcPct val="115000"/>
              </a:lnSpc>
              <a:spcBef>
                <a:spcPts val="0"/>
              </a:spcBef>
              <a:spcAft>
                <a:spcPts val="0"/>
              </a:spcAft>
              <a:buNone/>
            </a:pPr>
            <a:endParaRPr sz="1300">
              <a:solidFill>
                <a:srgbClr val="000000"/>
              </a:solidFill>
            </a:endParaRPr>
          </a:p>
          <a:p>
            <a:pPr marL="457200" lvl="0" indent="-311150" algn="l" rtl="0">
              <a:lnSpc>
                <a:spcPct val="115000"/>
              </a:lnSpc>
              <a:spcBef>
                <a:spcPts val="0"/>
              </a:spcBef>
              <a:spcAft>
                <a:spcPts val="0"/>
              </a:spcAft>
              <a:buClr>
                <a:srgbClr val="000000"/>
              </a:buClr>
              <a:buSzPts val="1300"/>
              <a:buFont typeface="Calibri"/>
              <a:buChar char="●"/>
            </a:pPr>
            <a:r>
              <a:rPr lang="en" sz="1300">
                <a:solidFill>
                  <a:srgbClr val="000000"/>
                </a:solidFill>
              </a:rPr>
              <a:t>Order Date -  Confirmed if  the date is stored as a number using ISNUMBER(),YEAR() FUNCTION, Chose  yyyy-mm-dd custom 	format for better visuals </a:t>
            </a:r>
            <a:endParaRPr sz="13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p49"/>
          <p:cNvSpPr txBox="1">
            <a:spLocks noGrp="1"/>
          </p:cNvSpPr>
          <p:nvPr>
            <p:ph type="body" idx="1"/>
          </p:nvPr>
        </p:nvSpPr>
        <p:spPr>
          <a:xfrm>
            <a:off x="889425" y="1370775"/>
            <a:ext cx="7900500" cy="21345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SzPts val="1500"/>
              <a:buChar char="●"/>
            </a:pPr>
            <a:r>
              <a:rPr lang="en"/>
              <a:t>Used “</a:t>
            </a:r>
            <a:r>
              <a:rPr lang="en" b="1">
                <a:latin typeface="Manrope"/>
                <a:ea typeface="Manrope"/>
                <a:cs typeface="Manrope"/>
                <a:sym typeface="Manrope"/>
              </a:rPr>
              <a:t>=AVERAGEIF(C:C, K2, E:E)</a:t>
            </a:r>
            <a:r>
              <a:rPr lang="en"/>
              <a:t>”  function  to make Average Sales Summary Table based on regions</a:t>
            </a:r>
            <a:endParaRPr/>
          </a:p>
          <a:p>
            <a:pPr marL="457200" lvl="0" indent="-323850" algn="l" rtl="0">
              <a:spcBef>
                <a:spcPts val="0"/>
              </a:spcBef>
              <a:spcAft>
                <a:spcPts val="0"/>
              </a:spcAft>
              <a:buSzPts val="1500"/>
              <a:buChar char="●"/>
            </a:pPr>
            <a:r>
              <a:rPr lang="en">
                <a:solidFill>
                  <a:srgbClr val="000000"/>
                </a:solidFill>
                <a:latin typeface="Arial"/>
                <a:ea typeface="Arial"/>
                <a:cs typeface="Arial"/>
                <a:sym typeface="Arial"/>
              </a:rPr>
              <a:t>Merged the above calculated Regional Total Average Sales value back into the dataset using “</a:t>
            </a:r>
            <a:r>
              <a:rPr lang="en" b="1">
                <a:latin typeface="Manrope"/>
                <a:ea typeface="Manrope"/>
                <a:cs typeface="Manrope"/>
                <a:sym typeface="Manrope"/>
              </a:rPr>
              <a:t>=VLOOKUP(C2, $K$2:$L$5, 2, FALSE)</a:t>
            </a:r>
            <a:r>
              <a:rPr lang="en"/>
              <a:t>” function</a:t>
            </a:r>
            <a:endParaRPr/>
          </a:p>
        </p:txBody>
      </p:sp>
      <p:sp>
        <p:nvSpPr>
          <p:cNvPr id="1055" name="Google Shape;1055;p49"/>
          <p:cNvSpPr txBox="1">
            <a:spLocks noGrp="1"/>
          </p:cNvSpPr>
          <p:nvPr>
            <p:ph type="title"/>
          </p:nvPr>
        </p:nvSpPr>
        <p:spPr>
          <a:xfrm rot="-289081">
            <a:off x="587746" y="495097"/>
            <a:ext cx="2100221" cy="56960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 Merging Data</a:t>
            </a:r>
            <a:endParaRPr/>
          </a:p>
        </p:txBody>
      </p:sp>
      <p:pic>
        <p:nvPicPr>
          <p:cNvPr id="1056" name="Google Shape;1056;p49"/>
          <p:cNvPicPr preferRelativeResize="0"/>
          <p:nvPr/>
        </p:nvPicPr>
        <p:blipFill>
          <a:blip r:embed="rId3">
            <a:alphaModFix/>
          </a:blip>
          <a:stretch>
            <a:fillRect/>
          </a:stretch>
        </p:blipFill>
        <p:spPr>
          <a:xfrm>
            <a:off x="-23477" y="3505264"/>
            <a:ext cx="9144000" cy="117787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p50"/>
          <p:cNvSpPr txBox="1">
            <a:spLocks noGrp="1"/>
          </p:cNvSpPr>
          <p:nvPr>
            <p:ph type="body" idx="1"/>
          </p:nvPr>
        </p:nvSpPr>
        <p:spPr>
          <a:xfrm>
            <a:off x="925650" y="1299024"/>
            <a:ext cx="4028700" cy="367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latin typeface="Manrope"/>
                <a:ea typeface="Manrope"/>
                <a:cs typeface="Manrope"/>
                <a:sym typeface="Manrope"/>
              </a:rPr>
              <a:t>SUM FUNCTION:</a:t>
            </a:r>
            <a:endParaRPr b="1" dirty="0">
              <a:latin typeface="Manrope"/>
              <a:ea typeface="Manrope"/>
              <a:cs typeface="Manrope"/>
              <a:sym typeface="Manrope"/>
            </a:endParaRPr>
          </a:p>
          <a:p>
            <a:pPr marL="457200" lvl="0" indent="-323850" algn="l" rtl="0">
              <a:spcBef>
                <a:spcPts val="0"/>
              </a:spcBef>
              <a:spcAft>
                <a:spcPts val="0"/>
              </a:spcAft>
              <a:buSzPts val="1500"/>
              <a:buChar char="●"/>
            </a:pPr>
            <a:r>
              <a:rPr lang="en" dirty="0"/>
              <a:t>Have used SUMIF formula to Sum the region wise total sales</a:t>
            </a:r>
            <a:endParaRPr dirty="0"/>
          </a:p>
        </p:txBody>
      </p:sp>
      <p:sp>
        <p:nvSpPr>
          <p:cNvPr id="1062" name="Google Shape;1062;p50"/>
          <p:cNvSpPr txBox="1">
            <a:spLocks noGrp="1"/>
          </p:cNvSpPr>
          <p:nvPr>
            <p:ph type="title"/>
          </p:nvPr>
        </p:nvSpPr>
        <p:spPr>
          <a:xfrm rot="-289081">
            <a:off x="587746" y="495097"/>
            <a:ext cx="2100221" cy="56960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 Excel Formulas</a:t>
            </a:r>
            <a:endParaRPr/>
          </a:p>
        </p:txBody>
      </p:sp>
      <p:pic>
        <p:nvPicPr>
          <p:cNvPr id="1063" name="Google Shape;1063;p50"/>
          <p:cNvPicPr preferRelativeResize="0"/>
          <p:nvPr/>
        </p:nvPicPr>
        <p:blipFill>
          <a:blip r:embed="rId3">
            <a:alphaModFix/>
          </a:blip>
          <a:stretch>
            <a:fillRect/>
          </a:stretch>
        </p:blipFill>
        <p:spPr>
          <a:xfrm>
            <a:off x="1521632" y="2676538"/>
            <a:ext cx="2076450" cy="1323975"/>
          </a:xfrm>
          <a:prstGeom prst="rect">
            <a:avLst/>
          </a:prstGeom>
          <a:noFill/>
          <a:ln>
            <a:noFill/>
          </a:ln>
        </p:spPr>
      </p:pic>
      <p:sp>
        <p:nvSpPr>
          <p:cNvPr id="1064" name="Google Shape;1064;p50"/>
          <p:cNvSpPr txBox="1">
            <a:spLocks noGrp="1"/>
          </p:cNvSpPr>
          <p:nvPr>
            <p:ph type="body" idx="1"/>
          </p:nvPr>
        </p:nvSpPr>
        <p:spPr>
          <a:xfrm>
            <a:off x="4788100" y="664300"/>
            <a:ext cx="4028700" cy="367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Manrope"/>
                <a:ea typeface="Manrope"/>
                <a:cs typeface="Manrope"/>
                <a:sym typeface="Manrope"/>
              </a:rPr>
              <a:t>AVERAGE FUNCTION:</a:t>
            </a:r>
            <a:endParaRPr b="1">
              <a:latin typeface="Manrope"/>
              <a:ea typeface="Manrope"/>
              <a:cs typeface="Manrope"/>
              <a:sym typeface="Manrope"/>
            </a:endParaRPr>
          </a:p>
          <a:p>
            <a:pPr marL="457200" lvl="0" indent="-323850" algn="l" rtl="0">
              <a:spcBef>
                <a:spcPts val="0"/>
              </a:spcBef>
              <a:spcAft>
                <a:spcPts val="0"/>
              </a:spcAft>
              <a:buSzPts val="1500"/>
              <a:buChar char="●"/>
            </a:pPr>
            <a:r>
              <a:rPr lang="en"/>
              <a:t>Filtered Product Category to Furniture.</a:t>
            </a:r>
            <a:endParaRPr/>
          </a:p>
          <a:p>
            <a:pPr marL="457200" lvl="0" indent="-323850" algn="l" rtl="0">
              <a:spcBef>
                <a:spcPts val="0"/>
              </a:spcBef>
              <a:spcAft>
                <a:spcPts val="0"/>
              </a:spcAft>
              <a:buSzPts val="1500"/>
              <a:buChar char="●"/>
            </a:pPr>
            <a:r>
              <a:rPr lang="en"/>
              <a:t>Calculated the average discount percentage and average profit for the "Furniture" category using AVERAGE formula.</a:t>
            </a:r>
            <a:endParaRPr/>
          </a:p>
        </p:txBody>
      </p:sp>
      <p:pic>
        <p:nvPicPr>
          <p:cNvPr id="1065" name="Google Shape;1065;p50"/>
          <p:cNvPicPr preferRelativeResize="0"/>
          <p:nvPr/>
        </p:nvPicPr>
        <p:blipFill>
          <a:blip r:embed="rId4">
            <a:alphaModFix/>
          </a:blip>
          <a:stretch>
            <a:fillRect/>
          </a:stretch>
        </p:blipFill>
        <p:spPr>
          <a:xfrm>
            <a:off x="5257936" y="3528913"/>
            <a:ext cx="2711700" cy="9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p51"/>
          <p:cNvSpPr txBox="1">
            <a:spLocks noGrp="1"/>
          </p:cNvSpPr>
          <p:nvPr>
            <p:ph type="title"/>
          </p:nvPr>
        </p:nvSpPr>
        <p:spPr>
          <a:xfrm rot="-289081">
            <a:off x="587746" y="495097"/>
            <a:ext cx="2100221" cy="56960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5. Pivot Table</a:t>
            </a:r>
            <a:endParaRPr/>
          </a:p>
        </p:txBody>
      </p:sp>
      <p:pic>
        <p:nvPicPr>
          <p:cNvPr id="1071" name="Google Shape;1071;p51"/>
          <p:cNvPicPr preferRelativeResize="0"/>
          <p:nvPr/>
        </p:nvPicPr>
        <p:blipFill>
          <a:blip r:embed="rId3">
            <a:alphaModFix/>
          </a:blip>
          <a:stretch>
            <a:fillRect/>
          </a:stretch>
        </p:blipFill>
        <p:spPr>
          <a:xfrm>
            <a:off x="2784550" y="230711"/>
            <a:ext cx="6359451" cy="2944950"/>
          </a:xfrm>
          <a:prstGeom prst="rect">
            <a:avLst/>
          </a:prstGeom>
          <a:noFill/>
          <a:ln>
            <a:noFill/>
          </a:ln>
        </p:spPr>
      </p:pic>
      <p:pic>
        <p:nvPicPr>
          <p:cNvPr id="1072" name="Google Shape;1072;p51"/>
          <p:cNvPicPr preferRelativeResize="0"/>
          <p:nvPr/>
        </p:nvPicPr>
        <p:blipFill>
          <a:blip r:embed="rId4">
            <a:alphaModFix/>
          </a:blip>
          <a:stretch>
            <a:fillRect/>
          </a:stretch>
        </p:blipFill>
        <p:spPr>
          <a:xfrm>
            <a:off x="81425" y="1776513"/>
            <a:ext cx="5794551" cy="3124025"/>
          </a:xfrm>
          <a:prstGeom prst="rect">
            <a:avLst/>
          </a:prstGeom>
          <a:noFill/>
          <a:ln>
            <a:noFill/>
          </a:ln>
        </p:spPr>
      </p:pic>
      <p:sp>
        <p:nvSpPr>
          <p:cNvPr id="1073" name="Google Shape;1073;p51"/>
          <p:cNvSpPr txBox="1"/>
          <p:nvPr/>
        </p:nvSpPr>
        <p:spPr>
          <a:xfrm>
            <a:off x="5989650" y="3338525"/>
            <a:ext cx="30000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latin typeface="Manrope"/>
                <a:ea typeface="Manrope"/>
                <a:cs typeface="Manrope"/>
                <a:sym typeface="Manrope"/>
              </a:rPr>
              <a:t>Pivot Table:</a:t>
            </a:r>
            <a:r>
              <a:rPr lang="en" sz="1500">
                <a:latin typeface="Manrope"/>
                <a:ea typeface="Manrope"/>
                <a:cs typeface="Manrope"/>
                <a:sym typeface="Manrope"/>
              </a:rPr>
              <a:t> Summarizes and analyzes large data quickly.</a:t>
            </a:r>
            <a:br>
              <a:rPr lang="en" sz="1500">
                <a:latin typeface="Manrope"/>
                <a:ea typeface="Manrope"/>
                <a:cs typeface="Manrope"/>
                <a:sym typeface="Manrope"/>
              </a:rPr>
            </a:br>
            <a:endParaRPr sz="1500">
              <a:latin typeface="Manrope"/>
              <a:ea typeface="Manrope"/>
              <a:cs typeface="Manrope"/>
              <a:sym typeface="Manrope"/>
            </a:endParaRPr>
          </a:p>
          <a:p>
            <a:pPr marL="0" lvl="0" indent="0" algn="l" rtl="0">
              <a:spcBef>
                <a:spcPts val="0"/>
              </a:spcBef>
              <a:spcAft>
                <a:spcPts val="0"/>
              </a:spcAft>
              <a:buNone/>
            </a:pPr>
            <a:r>
              <a:rPr lang="en" sz="1500" b="1">
                <a:latin typeface="Manrope"/>
                <a:ea typeface="Manrope"/>
                <a:cs typeface="Manrope"/>
                <a:sym typeface="Manrope"/>
              </a:rPr>
              <a:t>Slicer:</a:t>
            </a:r>
            <a:r>
              <a:rPr lang="en" sz="1500">
                <a:latin typeface="Manrope"/>
                <a:ea typeface="Manrope"/>
                <a:cs typeface="Manrope"/>
                <a:sym typeface="Manrope"/>
              </a:rPr>
              <a:t> Provides an easy way to filter and view specific data in a pivot table.</a:t>
            </a:r>
            <a:endParaRPr sz="1500">
              <a:latin typeface="Manrope"/>
              <a:ea typeface="Manrope"/>
              <a:cs typeface="Manrope"/>
              <a:sym typeface="Manrop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p52"/>
          <p:cNvSpPr txBox="1">
            <a:spLocks noGrp="1"/>
          </p:cNvSpPr>
          <p:nvPr>
            <p:ph type="body" idx="1"/>
          </p:nvPr>
        </p:nvSpPr>
        <p:spPr>
          <a:xfrm>
            <a:off x="581175" y="1099270"/>
            <a:ext cx="4359600" cy="4370700"/>
          </a:xfrm>
          <a:prstGeom prst="rect">
            <a:avLst/>
          </a:prstGeom>
        </p:spPr>
        <p:txBody>
          <a:bodyPr spcFirstLastPara="1" wrap="square" lIns="91425" tIns="91425" rIns="91425" bIns="91425" anchor="t" anchorCtr="0">
            <a:normAutofit fontScale="40000" lnSpcReduction="20000"/>
          </a:bodyPr>
          <a:lstStyle/>
          <a:p>
            <a:pPr marL="457200" lvl="0" indent="-317500" algn="l" rtl="0">
              <a:spcBef>
                <a:spcPts val="0"/>
              </a:spcBef>
              <a:spcAft>
                <a:spcPts val="0"/>
              </a:spcAft>
              <a:buSzPct val="93333"/>
              <a:buAutoNum type="arabicPeriod"/>
            </a:pPr>
            <a:r>
              <a:rPr lang="en" sz="3750" b="1">
                <a:solidFill>
                  <a:srgbClr val="BE423C"/>
                </a:solidFill>
                <a:latin typeface="Manrope"/>
                <a:ea typeface="Manrope"/>
                <a:cs typeface="Manrope"/>
                <a:sym typeface="Manrope"/>
              </a:rPr>
              <a:t>Bar Chart:</a:t>
            </a:r>
            <a:r>
              <a:rPr lang="en" sz="3500">
                <a:solidFill>
                  <a:srgbClr val="BE423C"/>
                </a:solidFill>
              </a:rPr>
              <a:t> </a:t>
            </a:r>
            <a:r>
              <a:rPr lang="en" sz="3500"/>
              <a:t>Used Pivot table to  calculate the Total Sales of  each region. Inserted Bar chart to show the highest to lowest performing  regions.</a:t>
            </a:r>
            <a:endParaRPr sz="3500"/>
          </a:p>
          <a:p>
            <a:pPr marL="457200" lvl="0" indent="-317500" algn="l" rtl="0">
              <a:spcBef>
                <a:spcPts val="0"/>
              </a:spcBef>
              <a:spcAft>
                <a:spcPts val="0"/>
              </a:spcAft>
              <a:buSzPct val="93333"/>
              <a:buAutoNum type="arabicPeriod"/>
            </a:pPr>
            <a:r>
              <a:rPr lang="en" sz="3750" b="1">
                <a:solidFill>
                  <a:srgbClr val="BE423C"/>
                </a:solidFill>
                <a:latin typeface="Manrope"/>
                <a:ea typeface="Manrope"/>
                <a:cs typeface="Manrope"/>
                <a:sym typeface="Manrope"/>
              </a:rPr>
              <a:t>Pie Chart:</a:t>
            </a:r>
            <a:r>
              <a:rPr lang="en" sz="3750">
                <a:solidFill>
                  <a:srgbClr val="4A86E8"/>
                </a:solidFill>
              </a:rPr>
              <a:t> </a:t>
            </a:r>
            <a:r>
              <a:rPr lang="en" sz="3500"/>
              <a:t>Used Pivot table to 1st calculate the Total Sales of individual product Categories. From the results calculated the individual percentages by changing the Value Field Settings to %. Inserted Pie chart to visualize the % contribution</a:t>
            </a:r>
            <a:endParaRPr sz="3500"/>
          </a:p>
          <a:p>
            <a:pPr marL="0" lvl="0" indent="0" algn="l" rtl="0">
              <a:spcBef>
                <a:spcPts val="0"/>
              </a:spcBef>
              <a:spcAft>
                <a:spcPts val="0"/>
              </a:spcAft>
              <a:buNone/>
            </a:pPr>
            <a:r>
              <a:rPr lang="en" sz="3500">
                <a:highlight>
                  <a:srgbClr val="FFC205"/>
                </a:highlight>
              </a:rPr>
              <a:t>Inference: High performing region - East, product Category - Clothing</a:t>
            </a:r>
            <a:endParaRPr sz="3500">
              <a:highlight>
                <a:srgbClr val="FFC205"/>
              </a:highlight>
            </a:endParaRPr>
          </a:p>
          <a:p>
            <a:pPr marL="0" lvl="0" indent="0" algn="l" rtl="0">
              <a:spcBef>
                <a:spcPts val="0"/>
              </a:spcBef>
              <a:spcAft>
                <a:spcPts val="0"/>
              </a:spcAft>
              <a:buNone/>
            </a:pPr>
            <a:endParaRPr/>
          </a:p>
        </p:txBody>
      </p:sp>
      <p:sp>
        <p:nvSpPr>
          <p:cNvPr id="1079" name="Google Shape;1079;p52"/>
          <p:cNvSpPr txBox="1">
            <a:spLocks noGrp="1"/>
          </p:cNvSpPr>
          <p:nvPr>
            <p:ph type="title"/>
          </p:nvPr>
        </p:nvSpPr>
        <p:spPr>
          <a:xfrm rot="-289081">
            <a:off x="601321" y="440797"/>
            <a:ext cx="2100221" cy="56960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6. Charts</a:t>
            </a:r>
            <a:endParaRPr/>
          </a:p>
        </p:txBody>
      </p:sp>
      <p:pic>
        <p:nvPicPr>
          <p:cNvPr id="1080" name="Google Shape;1080;p52"/>
          <p:cNvPicPr preferRelativeResize="0"/>
          <p:nvPr/>
        </p:nvPicPr>
        <p:blipFill>
          <a:blip r:embed="rId3">
            <a:alphaModFix/>
          </a:blip>
          <a:stretch>
            <a:fillRect/>
          </a:stretch>
        </p:blipFill>
        <p:spPr>
          <a:xfrm>
            <a:off x="5093175" y="152400"/>
            <a:ext cx="3822226" cy="2159425"/>
          </a:xfrm>
          <a:prstGeom prst="rect">
            <a:avLst/>
          </a:prstGeom>
          <a:noFill/>
          <a:ln>
            <a:noFill/>
          </a:ln>
        </p:spPr>
      </p:pic>
      <p:pic>
        <p:nvPicPr>
          <p:cNvPr id="1081" name="Google Shape;1081;p52"/>
          <p:cNvPicPr preferRelativeResize="0"/>
          <p:nvPr/>
        </p:nvPicPr>
        <p:blipFill>
          <a:blip r:embed="rId4">
            <a:alphaModFix/>
          </a:blip>
          <a:stretch>
            <a:fillRect/>
          </a:stretch>
        </p:blipFill>
        <p:spPr>
          <a:xfrm>
            <a:off x="5093175" y="2464225"/>
            <a:ext cx="3822225" cy="2526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p53"/>
          <p:cNvSpPr txBox="1">
            <a:spLocks noGrp="1"/>
          </p:cNvSpPr>
          <p:nvPr>
            <p:ph type="body" idx="1"/>
          </p:nvPr>
        </p:nvSpPr>
        <p:spPr>
          <a:xfrm>
            <a:off x="993500" y="1368725"/>
            <a:ext cx="4028700" cy="3939600"/>
          </a:xfrm>
          <a:prstGeom prst="rect">
            <a:avLst/>
          </a:prstGeom>
        </p:spPr>
        <p:txBody>
          <a:bodyPr spcFirstLastPara="1" wrap="square" lIns="91425" tIns="91425" rIns="91425" bIns="91425" anchor="t" anchorCtr="0">
            <a:normAutofit lnSpcReduction="20000"/>
          </a:bodyPr>
          <a:lstStyle/>
          <a:p>
            <a:pPr marL="457200" lvl="0" indent="-323850" algn="l" rtl="0">
              <a:spcBef>
                <a:spcPts val="0"/>
              </a:spcBef>
              <a:spcAft>
                <a:spcPts val="0"/>
              </a:spcAft>
              <a:buSzPts val="1500"/>
              <a:buChar char="●"/>
            </a:pPr>
            <a:r>
              <a:rPr lang="en"/>
              <a:t>To Insert scatter chart, Used Pivot table to form a new column with Average sales calculation.</a:t>
            </a:r>
            <a:endParaRPr/>
          </a:p>
          <a:p>
            <a:pPr marL="457200" lvl="0" indent="-323850" algn="l" rtl="0">
              <a:spcBef>
                <a:spcPts val="0"/>
              </a:spcBef>
              <a:spcAft>
                <a:spcPts val="0"/>
              </a:spcAft>
              <a:buSzPts val="1500"/>
              <a:buChar char="●"/>
            </a:pPr>
            <a:r>
              <a:rPr lang="en"/>
              <a:t>Performed Regression analysis to further study </a:t>
            </a:r>
            <a:r>
              <a:rPr lang="en">
                <a:solidFill>
                  <a:srgbClr val="000000"/>
                </a:solidFill>
              </a:rPr>
              <a:t>how one variable affects the other variable.</a:t>
            </a:r>
            <a:endParaRPr>
              <a:solidFill>
                <a:srgbClr val="000000"/>
              </a:solidFill>
            </a:endParaRPr>
          </a:p>
          <a:p>
            <a:pPr marL="457200" lvl="0" indent="-323850" algn="l" rtl="0">
              <a:spcBef>
                <a:spcPts val="0"/>
              </a:spcBef>
              <a:spcAft>
                <a:spcPts val="0"/>
              </a:spcAft>
              <a:buSzPts val="1500"/>
              <a:buChar char="●"/>
            </a:pPr>
            <a:r>
              <a:rPr lang="en" b="1">
                <a:solidFill>
                  <a:srgbClr val="000000"/>
                </a:solidFill>
                <a:latin typeface="Manrope"/>
                <a:ea typeface="Manrope"/>
                <a:cs typeface="Manrope"/>
                <a:sym typeface="Manrope"/>
              </a:rPr>
              <a:t>Final Take Away:</a:t>
            </a:r>
            <a:r>
              <a:rPr lang="en">
                <a:solidFill>
                  <a:srgbClr val="000000"/>
                </a:solidFill>
              </a:rPr>
              <a:t>Indices were weak. Indicated no strong linear relationship therefore discounts do not strongly drive sales.</a:t>
            </a:r>
            <a:endParaRPr>
              <a:solidFill>
                <a:srgbClr val="000000"/>
              </a:solidFill>
            </a:endParaRPr>
          </a:p>
          <a:p>
            <a:pPr marL="457200" lvl="0" indent="0" algn="l" rtl="0">
              <a:spcBef>
                <a:spcPts val="0"/>
              </a:spcBef>
              <a:spcAft>
                <a:spcPts val="0"/>
              </a:spcAft>
              <a:buNone/>
            </a:pPr>
            <a:endParaRPr/>
          </a:p>
        </p:txBody>
      </p:sp>
      <p:sp>
        <p:nvSpPr>
          <p:cNvPr id="1087" name="Google Shape;1087;p53"/>
          <p:cNvSpPr txBox="1">
            <a:spLocks noGrp="1"/>
          </p:cNvSpPr>
          <p:nvPr>
            <p:ph type="title"/>
          </p:nvPr>
        </p:nvSpPr>
        <p:spPr>
          <a:xfrm rot="-289285">
            <a:off x="586990" y="477405"/>
            <a:ext cx="2519917" cy="56960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7. Regression Analysis</a:t>
            </a:r>
            <a:endParaRPr/>
          </a:p>
        </p:txBody>
      </p:sp>
      <p:pic>
        <p:nvPicPr>
          <p:cNvPr id="1088" name="Google Shape;1088;p53"/>
          <p:cNvPicPr preferRelativeResize="0"/>
          <p:nvPr/>
        </p:nvPicPr>
        <p:blipFill>
          <a:blip r:embed="rId3">
            <a:alphaModFix/>
          </a:blip>
          <a:stretch>
            <a:fillRect/>
          </a:stretch>
        </p:blipFill>
        <p:spPr>
          <a:xfrm>
            <a:off x="5549370" y="95000"/>
            <a:ext cx="2906275" cy="2210250"/>
          </a:xfrm>
          <a:prstGeom prst="rect">
            <a:avLst/>
          </a:prstGeom>
          <a:noFill/>
          <a:ln>
            <a:noFill/>
          </a:ln>
        </p:spPr>
      </p:pic>
      <p:pic>
        <p:nvPicPr>
          <p:cNvPr id="1089" name="Google Shape;1089;p53"/>
          <p:cNvPicPr preferRelativeResize="0"/>
          <p:nvPr/>
        </p:nvPicPr>
        <p:blipFill>
          <a:blip r:embed="rId4">
            <a:alphaModFix/>
          </a:blip>
          <a:stretch>
            <a:fillRect/>
          </a:stretch>
        </p:blipFill>
        <p:spPr>
          <a:xfrm>
            <a:off x="5022206" y="2353251"/>
            <a:ext cx="4072748" cy="2790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p54"/>
          <p:cNvSpPr txBox="1">
            <a:spLocks noGrp="1"/>
          </p:cNvSpPr>
          <p:nvPr>
            <p:ph type="title"/>
          </p:nvPr>
        </p:nvSpPr>
        <p:spPr>
          <a:xfrm rot="-289081">
            <a:off x="587746" y="495097"/>
            <a:ext cx="2100221" cy="56960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8. Stacked Bar Chart</a:t>
            </a:r>
            <a:endParaRPr/>
          </a:p>
        </p:txBody>
      </p:sp>
      <p:pic>
        <p:nvPicPr>
          <p:cNvPr id="1095" name="Google Shape;1095;p54"/>
          <p:cNvPicPr preferRelativeResize="0"/>
          <p:nvPr/>
        </p:nvPicPr>
        <p:blipFill rotWithShape="1">
          <a:blip r:embed="rId3">
            <a:alphaModFix/>
          </a:blip>
          <a:srcRect/>
          <a:stretch/>
        </p:blipFill>
        <p:spPr>
          <a:xfrm>
            <a:off x="-13571" y="1306629"/>
            <a:ext cx="6708780" cy="3753103"/>
          </a:xfrm>
          <a:prstGeom prst="rect">
            <a:avLst/>
          </a:prstGeom>
          <a:noFill/>
          <a:ln>
            <a:noFill/>
          </a:ln>
        </p:spPr>
      </p:pic>
      <p:sp>
        <p:nvSpPr>
          <p:cNvPr id="1096" name="Google Shape;1096;p54"/>
          <p:cNvSpPr txBox="1"/>
          <p:nvPr/>
        </p:nvSpPr>
        <p:spPr>
          <a:xfrm>
            <a:off x="6708766" y="557528"/>
            <a:ext cx="2435100" cy="466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dirty="0">
                <a:solidFill>
                  <a:srgbClr val="0000FF"/>
                </a:solidFill>
              </a:rPr>
              <a:t>Overall Sales Distribution:</a:t>
            </a:r>
            <a:endParaRPr sz="1300" b="1" dirty="0">
              <a:solidFill>
                <a:srgbClr val="0000FF"/>
              </a:solidFill>
            </a:endParaRPr>
          </a:p>
          <a:p>
            <a:pPr marL="0" lvl="0" indent="0" algn="l" rtl="0">
              <a:spcBef>
                <a:spcPts val="0"/>
              </a:spcBef>
              <a:spcAft>
                <a:spcPts val="0"/>
              </a:spcAft>
              <a:buNone/>
            </a:pPr>
            <a:r>
              <a:rPr lang="en" sz="1300" dirty="0"/>
              <a:t>The </a:t>
            </a:r>
            <a:r>
              <a:rPr lang="en" sz="1300" b="1" dirty="0"/>
              <a:t>East region</a:t>
            </a:r>
            <a:r>
              <a:rPr lang="en" sz="1300" dirty="0"/>
              <a:t> has the </a:t>
            </a:r>
            <a:r>
              <a:rPr lang="en" sz="1300" b="1" dirty="0"/>
              <a:t>highest total sales</a:t>
            </a:r>
            <a:r>
              <a:rPr lang="en" sz="1300" dirty="0"/>
              <a:t> (≈ ₹25.95 lakh), closely followed by </a:t>
            </a:r>
            <a:r>
              <a:rPr lang="en" sz="1300" b="1" dirty="0"/>
              <a:t>North</a:t>
            </a:r>
            <a:r>
              <a:rPr lang="en" sz="1300" dirty="0"/>
              <a:t> and </a:t>
            </a:r>
            <a:r>
              <a:rPr lang="en" sz="1300" b="1" dirty="0"/>
              <a:t>South</a:t>
            </a:r>
            <a:r>
              <a:rPr lang="en" sz="1300" dirty="0"/>
              <a:t>, </a:t>
            </a:r>
            <a:r>
              <a:rPr lang="en" sz="1300"/>
              <a:t>while </a:t>
            </a:r>
            <a:r>
              <a:rPr lang="en" sz="1300" b="1"/>
              <a:t>West</a:t>
            </a:r>
            <a:r>
              <a:rPr lang="en" sz="1300"/>
              <a:t> </a:t>
            </a:r>
            <a:r>
              <a:rPr lang="en" sz="1300" dirty="0"/>
              <a:t>is slightly lower.</a:t>
            </a:r>
            <a:endParaRPr sz="1300" dirty="0"/>
          </a:p>
          <a:p>
            <a:pPr marL="0" lvl="0" indent="0" algn="l" rtl="0">
              <a:spcBef>
                <a:spcPts val="0"/>
              </a:spcBef>
              <a:spcAft>
                <a:spcPts val="0"/>
              </a:spcAft>
              <a:buNone/>
            </a:pPr>
            <a:endParaRPr sz="1300" dirty="0"/>
          </a:p>
          <a:p>
            <a:pPr marL="0" lvl="0" indent="0" algn="l" rtl="0">
              <a:spcBef>
                <a:spcPts val="0"/>
              </a:spcBef>
              <a:spcAft>
                <a:spcPts val="0"/>
              </a:spcAft>
              <a:buNone/>
            </a:pPr>
            <a:r>
              <a:rPr lang="en" sz="1300" b="1" dirty="0">
                <a:solidFill>
                  <a:srgbClr val="FF6D01"/>
                </a:solidFill>
              </a:rPr>
              <a:t>Category-wise Contribution:</a:t>
            </a:r>
            <a:endParaRPr sz="1300" b="1" dirty="0">
              <a:solidFill>
                <a:srgbClr val="FF6D01"/>
              </a:solidFill>
            </a:endParaRPr>
          </a:p>
          <a:p>
            <a:pPr marL="0" lvl="0" indent="0" algn="l" rtl="0">
              <a:spcBef>
                <a:spcPts val="0"/>
              </a:spcBef>
              <a:spcAft>
                <a:spcPts val="0"/>
              </a:spcAft>
              <a:buNone/>
            </a:pPr>
            <a:r>
              <a:rPr lang="en" sz="1300" b="1" dirty="0"/>
              <a:t>Clothing</a:t>
            </a:r>
            <a:r>
              <a:rPr lang="en" sz="1300" dirty="0"/>
              <a:t> is the </a:t>
            </a:r>
            <a:r>
              <a:rPr lang="en" sz="1300" b="1" dirty="0"/>
              <a:t>largest contributors</a:t>
            </a:r>
            <a:r>
              <a:rPr lang="en" sz="1300" dirty="0"/>
              <a:t> across most regions. </a:t>
            </a:r>
            <a:r>
              <a:rPr lang="en" sz="1300" b="1" dirty="0"/>
              <a:t>Furniture</a:t>
            </a:r>
            <a:r>
              <a:rPr lang="en" sz="1300" dirty="0"/>
              <a:t> and </a:t>
            </a:r>
            <a:r>
              <a:rPr lang="en" sz="1300" b="1" dirty="0"/>
              <a:t>Electronics</a:t>
            </a:r>
            <a:r>
              <a:rPr lang="en" sz="1300" dirty="0"/>
              <a:t> are moderately contributing.</a:t>
            </a:r>
            <a:r>
              <a:rPr lang="en" sz="1300" b="1" dirty="0"/>
              <a:t>Groceries</a:t>
            </a:r>
            <a:r>
              <a:rPr lang="en" sz="1300" dirty="0"/>
              <a:t> have the </a:t>
            </a:r>
            <a:r>
              <a:rPr lang="en" sz="1300" b="1" dirty="0"/>
              <a:t>lowest contribution</a:t>
            </a:r>
            <a:r>
              <a:rPr lang="en" sz="1300" dirty="0"/>
              <a:t> in all regions.</a:t>
            </a:r>
            <a:endParaRPr sz="1300" dirty="0"/>
          </a:p>
          <a:p>
            <a:pPr marL="457200" lvl="0" indent="0" algn="l" rtl="0">
              <a:spcBef>
                <a:spcPts val="0"/>
              </a:spcBef>
              <a:spcAft>
                <a:spcPts val="0"/>
              </a:spcAft>
              <a:buNone/>
            </a:pPr>
            <a:endParaRPr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55"/>
          <p:cNvSpPr txBox="1">
            <a:spLocks noGrp="1"/>
          </p:cNvSpPr>
          <p:nvPr>
            <p:ph type="body" idx="1"/>
          </p:nvPr>
        </p:nvSpPr>
        <p:spPr>
          <a:xfrm>
            <a:off x="925650" y="2673525"/>
            <a:ext cx="8058600" cy="2202000"/>
          </a:xfrm>
          <a:prstGeom prst="rect">
            <a:avLst/>
          </a:prstGeom>
        </p:spPr>
        <p:txBody>
          <a:bodyPr spcFirstLastPara="1" wrap="square" lIns="91425" tIns="91425" rIns="91425" bIns="91425" anchor="t" anchorCtr="0">
            <a:normAutofit fontScale="85000" lnSpcReduction="20000"/>
          </a:bodyPr>
          <a:lstStyle/>
          <a:p>
            <a:pPr marL="457200" lvl="0" indent="-309562" algn="l" rtl="0">
              <a:spcBef>
                <a:spcPts val="0"/>
              </a:spcBef>
              <a:spcAft>
                <a:spcPts val="0"/>
              </a:spcAft>
              <a:buSzPct val="100000"/>
              <a:buFont typeface="Manrope SemiBold"/>
              <a:buChar char="●"/>
            </a:pPr>
            <a:r>
              <a:rPr lang="en">
                <a:latin typeface="Manrope SemiBold"/>
                <a:ea typeface="Manrope SemiBold"/>
                <a:cs typeface="Manrope SemiBold"/>
                <a:sym typeface="Manrope SemiBold"/>
              </a:rPr>
              <a:t>Used 4 different charts(line,bar,clustered column, donut) using same pivot data to showcase the key metrics.</a:t>
            </a:r>
            <a:endParaRPr>
              <a:latin typeface="Manrope SemiBold"/>
              <a:ea typeface="Manrope SemiBold"/>
              <a:cs typeface="Manrope SemiBold"/>
              <a:sym typeface="Manrope SemiBold"/>
            </a:endParaRPr>
          </a:p>
          <a:p>
            <a:pPr marL="457200" lvl="0" indent="-309562" algn="l" rtl="0">
              <a:spcBef>
                <a:spcPts val="0"/>
              </a:spcBef>
              <a:spcAft>
                <a:spcPts val="0"/>
              </a:spcAft>
              <a:buSzPct val="100000"/>
              <a:buFont typeface="Manrope SemiBold"/>
              <a:buChar char="●"/>
            </a:pPr>
            <a:r>
              <a:rPr lang="en">
                <a:latin typeface="Manrope SemiBold"/>
                <a:ea typeface="Manrope SemiBold"/>
                <a:cs typeface="Manrope SemiBold"/>
                <a:sym typeface="Manrope SemiBold"/>
              </a:rPr>
              <a:t>Created 3 slicers - for year, product category, Regions. Connected all the charts through slicers for dynamic filtering</a:t>
            </a:r>
            <a:endParaRPr>
              <a:latin typeface="Manrope SemiBold"/>
              <a:ea typeface="Manrope SemiBold"/>
              <a:cs typeface="Manrope SemiBold"/>
              <a:sym typeface="Manrope SemiBold"/>
            </a:endParaRPr>
          </a:p>
          <a:p>
            <a:pPr marL="457200" lvl="0" indent="-309562" algn="l" rtl="0">
              <a:spcBef>
                <a:spcPts val="0"/>
              </a:spcBef>
              <a:spcAft>
                <a:spcPts val="0"/>
              </a:spcAft>
              <a:buSzPct val="100000"/>
              <a:buFont typeface="Manrope SemiBold"/>
              <a:buChar char="●"/>
            </a:pPr>
            <a:r>
              <a:rPr lang="en">
                <a:latin typeface="Manrope SemiBold"/>
                <a:ea typeface="Manrope SemiBold"/>
                <a:cs typeface="Manrope SemiBold"/>
                <a:sym typeface="Manrope SemiBold"/>
              </a:rPr>
              <a:t>Used formulas to make KPIs interactive to reflect the current highest value. Eg:If the value of Furniture gets high, Highest Selling category changes from Clothing  to Furniture, also showing the respective value.</a:t>
            </a:r>
            <a:endParaRPr>
              <a:latin typeface="Manrope SemiBold"/>
              <a:ea typeface="Manrope SemiBold"/>
              <a:cs typeface="Manrope SemiBold"/>
              <a:sym typeface="Manrope SemiBold"/>
            </a:endParaRPr>
          </a:p>
        </p:txBody>
      </p:sp>
      <p:sp>
        <p:nvSpPr>
          <p:cNvPr id="1102" name="Google Shape;1102;p55"/>
          <p:cNvSpPr txBox="1">
            <a:spLocks noGrp="1"/>
          </p:cNvSpPr>
          <p:nvPr>
            <p:ph type="title"/>
          </p:nvPr>
        </p:nvSpPr>
        <p:spPr>
          <a:xfrm rot="-288972">
            <a:off x="179875" y="266498"/>
            <a:ext cx="2308250" cy="55876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9. Dashboard</a:t>
            </a:r>
            <a:endParaRPr/>
          </a:p>
        </p:txBody>
      </p:sp>
      <p:pic>
        <p:nvPicPr>
          <p:cNvPr id="1103" name="Google Shape;1103;p55"/>
          <p:cNvPicPr preferRelativeResize="0"/>
          <p:nvPr/>
        </p:nvPicPr>
        <p:blipFill>
          <a:blip r:embed="rId3">
            <a:alphaModFix/>
          </a:blip>
          <a:stretch>
            <a:fillRect/>
          </a:stretch>
        </p:blipFill>
        <p:spPr>
          <a:xfrm>
            <a:off x="2686808" y="311573"/>
            <a:ext cx="6228600" cy="211771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56"/>
          <p:cNvSpPr txBox="1">
            <a:spLocks noGrp="1"/>
          </p:cNvSpPr>
          <p:nvPr>
            <p:ph type="body" idx="1"/>
          </p:nvPr>
        </p:nvSpPr>
        <p:spPr>
          <a:xfrm>
            <a:off x="3404700" y="269314"/>
            <a:ext cx="5862600" cy="106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688"/>
              <a:buNone/>
            </a:pPr>
            <a:r>
              <a:rPr lang="en" sz="1137">
                <a:latin typeface="Manrope ExtraBold"/>
                <a:ea typeface="Manrope ExtraBold"/>
                <a:cs typeface="Manrope ExtraBold"/>
                <a:sym typeface="Manrope ExtraBold"/>
              </a:rPr>
              <a:t>A Profit Margin (%) column was derived from Profit / Sales Amount  and conditional formatting was used to highlight high-value sales (Sales &gt; ₹4,000) and high-profit transactions (Profit Margin &gt; 50%) for quick performance identification.</a:t>
            </a:r>
            <a:endParaRPr sz="1137">
              <a:latin typeface="Manrope ExtraBold"/>
              <a:ea typeface="Manrope ExtraBold"/>
              <a:cs typeface="Manrope ExtraBold"/>
              <a:sym typeface="Manrope ExtraBold"/>
            </a:endParaRPr>
          </a:p>
        </p:txBody>
      </p:sp>
      <p:sp>
        <p:nvSpPr>
          <p:cNvPr id="1109" name="Google Shape;1109;p56"/>
          <p:cNvSpPr txBox="1">
            <a:spLocks noGrp="1"/>
          </p:cNvSpPr>
          <p:nvPr>
            <p:ph type="title"/>
          </p:nvPr>
        </p:nvSpPr>
        <p:spPr>
          <a:xfrm rot="-289184">
            <a:off x="586498" y="465705"/>
            <a:ext cx="2799298" cy="56960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10.Conditional Formatting</a:t>
            </a:r>
            <a:endParaRPr/>
          </a:p>
        </p:txBody>
      </p:sp>
      <p:pic>
        <p:nvPicPr>
          <p:cNvPr id="1110" name="Google Shape;1110;p56"/>
          <p:cNvPicPr preferRelativeResize="0"/>
          <p:nvPr/>
        </p:nvPicPr>
        <p:blipFill>
          <a:blip r:embed="rId3">
            <a:alphaModFix/>
          </a:blip>
          <a:stretch>
            <a:fillRect/>
          </a:stretch>
        </p:blipFill>
        <p:spPr>
          <a:xfrm>
            <a:off x="1217678" y="1519975"/>
            <a:ext cx="6807049" cy="3569025"/>
          </a:xfrm>
          <a:prstGeom prst="rect">
            <a:avLst/>
          </a:prstGeom>
          <a:noFill/>
          <a:ln>
            <a:noFill/>
          </a:ln>
        </p:spPr>
      </p:pic>
    </p:spTree>
  </p:cSld>
  <p:clrMapOvr>
    <a:masterClrMapping/>
  </p:clrMapOvr>
</p:sld>
</file>

<file path=ppt/theme/theme1.xml><?xml version="1.0" encoding="utf-8"?>
<a:theme xmlns:a="http://schemas.openxmlformats.org/drawingml/2006/main" name="PAPER AGENDA">
  <a:themeElements>
    <a:clrScheme name="Simple Light">
      <a:dk1>
        <a:srgbClr val="E9E4DB"/>
      </a:dk1>
      <a:lt1>
        <a:srgbClr val="131313"/>
      </a:lt1>
      <a:dk2>
        <a:srgbClr val="E96A64"/>
      </a:dk2>
      <a:lt2>
        <a:srgbClr val="299F9C"/>
      </a:lt2>
      <a:accent1>
        <a:srgbClr val="C0534D"/>
      </a:accent1>
      <a:accent2>
        <a:srgbClr val="207D7B"/>
      </a:accent2>
      <a:accent3>
        <a:srgbClr val="6E9960"/>
      </a:accent3>
      <a:accent4>
        <a:srgbClr val="444746"/>
      </a:accent4>
      <a:accent5>
        <a:srgbClr val="CDC7B9"/>
      </a:accent5>
      <a:accent6>
        <a:srgbClr val="F5F5F5"/>
      </a:accent6>
      <a:hlink>
        <a:srgbClr val="577D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799</Words>
  <Application>Microsoft Office PowerPoint</Application>
  <PresentationFormat>On-screen Show (16:9)</PresentationFormat>
  <Paragraphs>72</Paragraphs>
  <Slides>12</Slides>
  <Notes>12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vt:i4>
      </vt:variant>
    </vt:vector>
  </HeadingPairs>
  <TitlesOfParts>
    <vt:vector size="24" baseType="lpstr">
      <vt:lpstr>Manrope SemiBold</vt:lpstr>
      <vt:lpstr>Anton</vt:lpstr>
      <vt:lpstr>Arial</vt:lpstr>
      <vt:lpstr>Calibri</vt:lpstr>
      <vt:lpstr>Manrope Medium</vt:lpstr>
      <vt:lpstr>Lexend Black</vt:lpstr>
      <vt:lpstr>Lexend</vt:lpstr>
      <vt:lpstr>Oswald Medium</vt:lpstr>
      <vt:lpstr>Manrope ExtraBold</vt:lpstr>
      <vt:lpstr>Manrope Light</vt:lpstr>
      <vt:lpstr>Manrope</vt:lpstr>
      <vt:lpstr>PAPER AGENDA</vt:lpstr>
      <vt:lpstr>Analyzing &amp; Visualizing Regional Sales Performance</vt:lpstr>
      <vt:lpstr>CONTENTS</vt:lpstr>
      <vt:lpstr>Searching &amp; Filtering Data</vt:lpstr>
      <vt:lpstr> 2. Data Cleaning with Text Functions </vt:lpstr>
      <vt:lpstr>3. Merging Data</vt:lpstr>
      <vt:lpstr>4. Excel Formulas</vt:lpstr>
      <vt:lpstr>5. Pivot Table</vt:lpstr>
      <vt:lpstr>6. Charts</vt:lpstr>
      <vt:lpstr>7. Regression Analysis</vt:lpstr>
      <vt:lpstr>8. Stacked Bar Chart</vt:lpstr>
      <vt:lpstr>9. Dashboard</vt:lpstr>
      <vt:lpstr>10.Conditional Formatting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sangeetha.gunasekar@gmail.com</cp:lastModifiedBy>
  <cp:revision>1</cp:revision>
  <dcterms:modified xsi:type="dcterms:W3CDTF">2025-12-30T05:58:32Z</dcterms:modified>
</cp:coreProperties>
</file>